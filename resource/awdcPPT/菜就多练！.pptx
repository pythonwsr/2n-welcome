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17" autoAdjust="0"/>
    <p:restoredTop sz="94660"/>
  </p:normalViewPr>
  <p:slideViewPr>
    <p:cSldViewPr snapToGrid="0">
      <p:cViewPr varScale="1">
        <p:scale>
          <a:sx n="70" d="100"/>
          <a:sy n="70" d="100"/>
        </p:scale>
        <p:origin x="6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F66FF72-6B87-A4C6-60B7-28B97C001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66CDA5C5-14A4-987E-E5DE-EA379B61B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E172B14B-90A1-0077-C6DE-32C8B2549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C6C7-6B95-417E-AC84-323F3B551D3C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3499A053-EF9A-F91E-2C8C-C6DA39595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54204609-DF7E-EF7E-BD9A-C7CF62897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4AE49-47C1-4819-9AB7-50C81E6E1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659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17AEF67-D2D3-7D0C-4660-5F301802E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885B82E9-10D8-4314-5226-9B0E99B52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E8C62014-4482-0A0A-ECF5-3F4F790D3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C6C7-6B95-417E-AC84-323F3B551D3C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80252B7D-CBDB-278C-26CC-27EA2AADE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A8744E00-D7DA-97BF-59C5-8FB7C5AF0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4AE49-47C1-4819-9AB7-50C81E6E1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086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D33C67D-F1D0-A9DF-28D3-D1BA3AD06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60252973-9133-956A-9998-4824BDC2F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BCF3504E-B59B-1B01-FAA9-1D92F254A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C6C7-6B95-417E-AC84-323F3B551D3C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A59354B5-2682-AF08-4B67-A8EEDAF4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6CF21F0D-E58B-430D-EDD9-4411A5F89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4AE49-47C1-4819-9AB7-50C81E6E1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193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E5EFFBA-1A51-1B65-24F9-3A3B0ED83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040EF51-9E14-6C0E-4D1D-2D4CFC63AC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AB43F23F-B6AE-92FF-5A95-1BE3A88E2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40987E25-1815-7331-1BFD-7BFCC56B5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C6C7-6B95-417E-AC84-323F3B551D3C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3B88102E-CC6E-61C9-C10E-0294BBDED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26FA2007-DBBA-5E66-59C7-225504C2D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4AE49-47C1-4819-9AB7-50C81E6E1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821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4B3B9CE-9A3F-3C21-E8F3-012410CA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E945A1ED-5E03-2641-7618-D75466D8E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83AED91B-DF7F-D3E7-0467-80DD32ECF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A389F0EA-D9BC-3ED6-3EF9-D5B8ACA790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D64FF742-B76E-9CEF-A3AC-A209CFF7DB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175B31AE-80B4-333C-166C-CF5564C3E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C6C7-6B95-417E-AC84-323F3B551D3C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0CC0450D-A3FC-FD1F-5232-F4F2E58DD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CD722F86-E9D5-25D1-D058-A8325E5CB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4AE49-47C1-4819-9AB7-50C81E6E1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787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E92C8EA-2B30-11B2-4B0D-784545FCF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751A41F0-E9B6-0915-2CF5-90DB70DA0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C6C7-6B95-417E-AC84-323F3B551D3C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D5488452-0DB7-C21D-CF80-424FEC20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2B2341F7-25C2-549B-F741-1C1B4E07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4AE49-47C1-4819-9AB7-50C81E6E1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954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85F755E6-4DA3-6800-EF2B-78AE8E1A5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C6C7-6B95-417E-AC84-323F3B551D3C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2267440E-701A-C63A-25A2-D7FC391F5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E4B5A0A1-E2CD-1E69-DB44-A45CEBCE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4AE49-47C1-4819-9AB7-50C81E6E1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5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9E1754A-4E80-7BF8-9DA1-5CB2D3ACD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016484E1-1A87-DBD1-CA73-5062E12C6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D0BA292A-2D85-A5F3-C642-E11156EAA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1E775A96-739A-526C-D849-D68704432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C6C7-6B95-417E-AC84-323F3B551D3C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32758F64-7DF4-9219-A448-D87EB316F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97077243-5415-2117-B3A7-FBB301567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4AE49-47C1-4819-9AB7-50C81E6E1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81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42BC89A-438D-FF8B-418A-CA8AC67BC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D761BECB-D0BF-884B-9FCB-365CD784D9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F884AF86-C828-2705-B2C3-6EE95016E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CAB013C5-CD71-31CE-EBED-3A933CE94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C6C7-6B95-417E-AC84-323F3B551D3C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87D7BF61-2BDC-AE26-5B34-A28A83EE0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C3983FD5-63A4-E8FF-147C-31B92EE42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4AE49-47C1-4819-9AB7-50C81E6E1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719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9A27A54-EA0A-FE4E-B6C6-5214C1010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E75149CC-A17C-1AFE-F4E6-10DD5A62D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A69AC9E9-157F-576C-8F85-F8F1ECA43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C6C7-6B95-417E-AC84-323F3B551D3C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668D4124-AFFB-0472-B0D7-0FCA02B56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22E03E12-D6D3-D67D-964C-602552F12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4AE49-47C1-4819-9AB7-50C81E6E1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411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A3CEB5E0-AA99-F76A-251F-081887AEEF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713C838F-57C1-BA26-245F-F534FB8CB8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D9AAD402-3FD2-7B83-6509-F957560D0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C6C7-6B95-417E-AC84-323F3B551D3C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29634092-79F5-95AD-160E-DC2480F23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A49C8448-06AC-4270-342C-D4F6792B1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4AE49-47C1-4819-9AB7-50C81E6E1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652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932A7E64-948C-C759-18DD-4AEB90C20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596DCC3C-8161-3286-FD0B-BFF720D73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EBCE2065-52FF-A554-BB25-003EB571E5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AC6C7-6B95-417E-AC84-323F3B551D3C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DE6A1AB6-C526-2CAA-45FB-9415325BF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4C64B064-E363-EED0-F951-58D871453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4AE49-47C1-4819-9AB7-50C81E6E1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138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B2EA022-9156-6381-285B-8EC3AB9243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菜就多练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BA75B704-3B7B-E0D6-84F1-6867CC32C1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瞎做的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6244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8"/>
    </mc:Choice>
    <mc:Fallback xmlns="">
      <p:transition spd="slow" advTm="9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DF095AD3-4EF4-DD75-CEC4-B3D39A38E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909" y="3200399"/>
            <a:ext cx="500857" cy="153220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xmlns="" id="{E1CD2427-7A7E-3CA0-66D7-AEFB00B6BF58}"/>
              </a:ext>
            </a:extLst>
          </p:cNvPr>
          <p:cNvSpPr/>
          <p:nvPr/>
        </p:nvSpPr>
        <p:spPr>
          <a:xfrm>
            <a:off x="446567" y="159488"/>
            <a:ext cx="5879805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从前，有一个小人，他非常的菜。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57C20E9B-E071-152F-805F-B73193245CC6}"/>
              </a:ext>
            </a:extLst>
          </p:cNvPr>
          <p:cNvSpPr/>
          <p:nvPr/>
        </p:nvSpPr>
        <p:spPr>
          <a:xfrm>
            <a:off x="6021572" y="1417674"/>
            <a:ext cx="5879805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一天，他走在大街上</a:t>
            </a:r>
            <a:r>
              <a:rPr lang="en-US" altLang="zh-CN" dirty="0"/>
              <a:t>……</a:t>
            </a:r>
            <a:r>
              <a:rPr lang="zh-CN" altLang="en-US" dirty="0"/>
              <a:t>突然！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C5C1D258-71E9-2245-5EAF-C160B2407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9230" y="2984525"/>
            <a:ext cx="3115109" cy="174808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xmlns="" id="{AEA93761-7E59-55B5-B8C7-8824B419FED0}"/>
              </a:ext>
            </a:extLst>
          </p:cNvPr>
          <p:cNvSpPr/>
          <p:nvPr/>
        </p:nvSpPr>
        <p:spPr>
          <a:xfrm>
            <a:off x="3081669" y="5535925"/>
            <a:ext cx="5879805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，，，他被创飞了。但</a:t>
            </a:r>
            <a:r>
              <a:rPr lang="en-US" altLang="zh-CN" dirty="0"/>
              <a:t>…</a:t>
            </a:r>
            <a:r>
              <a:rPr lang="zh-CN" altLang="en-US" dirty="0"/>
              <a:t>没死，，，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8B81C814-A2C8-5401-8D61-A66C99C99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354" y="2984525"/>
            <a:ext cx="3115109" cy="1748081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8B30A830-CF3F-90D5-2FB3-205A05FC66DE}"/>
              </a:ext>
            </a:extLst>
          </p:cNvPr>
          <p:cNvSpPr/>
          <p:nvPr/>
        </p:nvSpPr>
        <p:spPr>
          <a:xfrm rot="20488561">
            <a:off x="4176730" y="3396048"/>
            <a:ext cx="5879805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兄弟们，</a:t>
            </a:r>
            <a:r>
              <a:rPr lang="en-US" altLang="zh-CN" dirty="0"/>
              <a:t>gogogo !</a:t>
            </a:r>
            <a:r>
              <a:rPr lang="zh-CN" altLang="en-US" dirty="0"/>
              <a:t>医院启动！</a:t>
            </a:r>
          </a:p>
        </p:txBody>
      </p:sp>
    </p:spTree>
    <p:extLst>
      <p:ext uri="{BB962C8B-B14F-4D97-AF65-F5344CB8AC3E}">
        <p14:creationId xmlns:p14="http://schemas.microsoft.com/office/powerpoint/2010/main" val="2229069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809"/>
    </mc:Choice>
    <mc:Fallback xmlns="">
      <p:transition spd="slow" advTm="178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ID="35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2.5E-6 0 L -0.96797 0.0076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398" y="37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decel="6000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-0.00013 -0.00972 L -0.00013 -0.00972 C 0.00989 -0.02268 0.01185 -0.02384 0.02161 -0.04676 C 0.0276 -0.06065 0.03138 -0.08333 0.03437 -0.0993 C 0.0401 -0.12986 0.03867 -0.12083 0.04127 -0.14838 C 0.04244 -0.17801 0.04336 -0.19653 0.04336 -0.22917 C 0.04336 -0.26759 0.04336 -0.25162 0.04036 -0.27662 C 0.03997 -0.28009 0.03997 -0.2838 0.03932 -0.28704 C 0.03867 -0.29074 0.0375 -0.29421 0.03632 -0.29768 C 0.0332 -0.30764 0.03073 -0.31875 0.02656 -0.32755 C 0.02057 -0.33981 0.01614 -0.35486 0.00872 -0.36435 C -0.00378 -0.38009 0.00755 -0.36713 -0.00508 -0.37824 C -0.00873 -0.38171 -0.01224 -0.38565 -0.01589 -0.38889 C -0.01823 -0.39074 -0.03672 -0.40532 -0.04154 -0.4081 C -0.05808 -0.41805 -0.05964 -0.41829 -0.07214 -0.42384 C -0.09297 -0.42268 -0.11368 -0.42245 -0.13438 -0.42037 C -0.13802 -0.42014 -0.14154 -0.41805 -0.14519 -0.4169 C -0.14948 -0.41574 -0.15378 -0.41458 -0.15808 -0.41343 L -0.18464 -0.39768 L -0.19948 -0.38889 C -0.20612 -0.38495 -0.21263 -0.38125 -0.21914 -0.37662 C -0.22969 -0.36898 -0.24141 -0.36528 -0.25065 -0.3537 C -0.27162 -0.32755 -0.24779 -0.35648 -0.27631 -0.32569 C -0.28034 -0.3213 -0.28399 -0.31574 -0.28815 -0.31157 C -0.32201 -0.27824 -0.28073 -0.32662 -0.32474 -0.27824 C -0.32891 -0.27361 -0.33243 -0.26736 -0.33659 -0.2625 C -0.36927 -0.22384 -0.33099 -0.27824 -0.37904 -0.20648 C -0.38243 -0.20139 -0.38555 -0.19583 -0.38881 -0.19051 C -0.40065 -0.17153 -0.40287 -0.16852 -0.4125 -0.14838 C -0.42657 -0.11921 -0.41446 -0.14259 -0.4293 -0.1081 C -0.43256 -0.10046 -0.43607 -0.09305 -0.4392 -0.08518 C -0.44089 -0.08125 -0.44219 -0.07662 -0.44414 -0.07292 C -0.44623 -0.06898 -0.44883 -0.0662 -0.45105 -0.0625 C -0.45222 -0.06042 -0.45287 -0.05764 -0.45404 -0.05555 C -0.4556 -0.05231 -0.4573 -0.04954 -0.45899 -0.04676 C -0.46055 -0.04097 -0.46081 -0.03935 -0.46289 -0.03449 C -0.46315 -0.0338 -0.46355 -0.03333 -0.46394 -0.03264 L -0.46394 -0.03264 " pathEditMode="relative" ptsTypes="AAAAAAAAAAAAAAAAAAAAAAAAAAAAAAAAAAAAAA">
                                      <p:cBhvr>
                                        <p:cTn id="2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Rot by="-108000000">
                                      <p:cBhvr>
                                        <p:cTn id="2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98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30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23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3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4800"/>
                            </p:stCondLst>
                            <p:childTnLst>
                              <p:par>
                                <p:cTn id="46" presetID="35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54167E-6 0 L -0.48229 0.00069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115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DA3A7FB-B5BF-F217-11B9-E729AC298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1B6835F1-A20F-CD4F-D49E-5140C6BE9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037" y="3623333"/>
            <a:ext cx="3260437" cy="223654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F50117AB-90DC-C9C8-383F-A7D77F4CF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357411">
            <a:off x="2997014" y="3820281"/>
            <a:ext cx="438919" cy="134272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FE136F08-174C-BF64-D556-5121679F7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0995" y="1285453"/>
            <a:ext cx="500857" cy="153220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0423C8CA-1ACE-6711-8327-B889B9612C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474" y="3623333"/>
            <a:ext cx="1076721" cy="2001486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xmlns="" id="{EA73DFC8-44DB-9F64-D0B6-DA90C584D54C}"/>
              </a:ext>
            </a:extLst>
          </p:cNvPr>
          <p:cNvSpPr/>
          <p:nvPr/>
        </p:nvSpPr>
        <p:spPr>
          <a:xfrm>
            <a:off x="9817768" y="1417674"/>
            <a:ext cx="2083609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不愧是神医！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262" y="3102006"/>
            <a:ext cx="917480" cy="57253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548B44DD-8CCC-391C-3F77-30D5EFC4BB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8784" y="5859878"/>
            <a:ext cx="917480" cy="57253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C857572D-02DF-3FE2-213F-71808E31AF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4829" y="3380108"/>
            <a:ext cx="917480" cy="57253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xmlns="" id="{B206CA04-263A-F336-3B5D-103FD3B2C3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5466" y="5842453"/>
            <a:ext cx="917480" cy="57253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xmlns="" id="{18F628F1-6AD8-C289-108F-7CE8EDE88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345" y="4225512"/>
            <a:ext cx="917480" cy="57253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xmlns="" id="{1E5C0E64-0498-4F5C-A484-DED0E90C53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2556" y="5338551"/>
            <a:ext cx="917480" cy="57253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xmlns="" id="{4674A495-B8A6-9B9A-CFFF-8178D29010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260" y="3016538"/>
            <a:ext cx="917480" cy="57253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xmlns="" id="{7AC35559-B511-3790-5DAD-6917890921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0812" y="6146146"/>
            <a:ext cx="917480" cy="572536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xmlns="" id="{B8F181C1-6F7A-B62D-F3A0-B813A6B8BB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6535" y="5369150"/>
            <a:ext cx="917480" cy="57253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xmlns="" id="{18B382C1-6DD7-6487-6356-09B2654696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2893" y="5265424"/>
            <a:ext cx="917480" cy="57253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xmlns="" id="{514BF087-E97B-1054-270C-A47338A95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091" y="4511780"/>
            <a:ext cx="917480" cy="57253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xmlns="" id="{8D3CAABB-A960-4E3E-C2BB-7A421DE5B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9020" y="3198040"/>
            <a:ext cx="917480" cy="572536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xmlns="" id="{3922F3D3-E480-F81E-30F6-6543AA0F3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286" y="3802810"/>
            <a:ext cx="917480" cy="572536"/>
          </a:xfrm>
          <a:prstGeom prst="rect">
            <a:avLst/>
          </a:prstGeom>
        </p:spPr>
      </p:pic>
      <p:sp>
        <p:nvSpPr>
          <p:cNvPr id="25" name="对话气泡: 矩形 24">
            <a:extLst>
              <a:ext uri="{FF2B5EF4-FFF2-40B4-BE49-F238E27FC236}">
                <a16:creationId xmlns:a16="http://schemas.microsoft.com/office/drawing/2014/main" xmlns="" id="{4E472269-54A3-5907-014A-7F368DBAA299}"/>
              </a:ext>
            </a:extLst>
          </p:cNvPr>
          <p:cNvSpPr/>
          <p:nvPr/>
        </p:nvSpPr>
        <p:spPr>
          <a:xfrm>
            <a:off x="8944481" y="3839156"/>
            <a:ext cx="1938153" cy="716310"/>
          </a:xfrm>
          <a:prstGeom prst="wedgeRectCallout">
            <a:avLst>
              <a:gd name="adj1" fmla="val -137058"/>
              <a:gd name="adj2" fmla="val -5280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听我说谢谢你！</a:t>
            </a:r>
          </a:p>
        </p:txBody>
      </p:sp>
      <p:sp>
        <p:nvSpPr>
          <p:cNvPr id="26" name="对话气泡: 矩形 25">
            <a:extLst>
              <a:ext uri="{FF2B5EF4-FFF2-40B4-BE49-F238E27FC236}">
                <a16:creationId xmlns:a16="http://schemas.microsoft.com/office/drawing/2014/main" xmlns="" id="{A6FC04C5-77C6-FBF4-F8DF-6FC74F32E8C1}"/>
              </a:ext>
            </a:extLst>
          </p:cNvPr>
          <p:cNvSpPr/>
          <p:nvPr/>
        </p:nvSpPr>
        <p:spPr>
          <a:xfrm>
            <a:off x="389198" y="2503639"/>
            <a:ext cx="1938153" cy="716310"/>
          </a:xfrm>
          <a:prstGeom prst="wedgeRectCallout">
            <a:avLst>
              <a:gd name="adj1" fmla="val 186707"/>
              <a:gd name="adj2" fmla="val 1131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我也谢谢你啊！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118241FE-D488-4533-A769-DAA05F20B257}"/>
              </a:ext>
            </a:extLst>
          </p:cNvPr>
          <p:cNvSpPr/>
          <p:nvPr/>
        </p:nvSpPr>
        <p:spPr>
          <a:xfrm>
            <a:off x="5355275" y="139318"/>
            <a:ext cx="5879805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于是，小人出了医院，但是他变强了</a:t>
            </a:r>
            <a:r>
              <a:rPr lang="zh-CN" altLang="en-US" dirty="0" smtClean="0"/>
              <a:t>一点（但还是</a:t>
            </a:r>
            <a:r>
              <a:rPr lang="zh-CN" altLang="en-US" dirty="0"/>
              <a:t>很菜）</a:t>
            </a:r>
          </a:p>
        </p:txBody>
      </p:sp>
    </p:spTree>
    <p:extLst>
      <p:ext uri="{BB962C8B-B14F-4D97-AF65-F5344CB8AC3E}">
        <p14:creationId xmlns:p14="http://schemas.microsoft.com/office/powerpoint/2010/main" val="613912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55"/>
    </mc:Choice>
    <mc:Fallback xmlns="">
      <p:transition spd="slow" advTm="207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82 0.0007 L -0.00182 0.0007 C -0.12656 -0.02476 -0.17096 -0.03958 -0.30091 -0.04097 C -0.3069 -0.04097 -0.3121 -0.0331 -0.31783 -0.02916 C -0.31093 -0.01759 -0.30664 0.0044 -0.29713 0.00579 C -0.21731 0.0176 -0.21458 -0.01574 -0.16028 -0.09583 C -0.17187 -0.11967 -0.17916 -0.15347 -0.19505 -0.16759 C -0.26302 -0.22801 -0.25781 -0.0206 -0.26341 0.01899 C -0.22474 0.05695 -0.19114 0.14098 -0.14713 0.13241 C 0.00925 0.10186 -0.04492 -0.00601 -0.07408 -0.09097 C -0.10599 -0.02245 -0.1289 0.03635 -0.18658 0.06574 C -0.22434 0.08519 -0.26523 0.06459 -0.30468 0.06412 C -0.26002 -0.08356 -0.27981 -0.05092 -0.21562 -0.15254 C -0.21484 -0.1537 -0.2138 -0.15138 -0.21276 -0.15092 C -0.20638 -0.02268 -0.21731 0.01019 -0.15377 0.10741 C -0.14856 0.11528 -0.14375 0.09074 -0.1388 0.08241 C -0.13671 0.04653 -0.1125 -0.09768 -0.16692 -0.10926 C -0.19557 -0.11527 -0.22187 -0.07801 -0.24934 -0.0625 C -0.24661 -0.02199 -0.26171 0.04167 -0.24088 0.05903 C -0.08437 0.19144 -0.0664 0.17223 0.03568 0.1257 C -0.11705 0.01713 -0.15364 0.00394 -0.30182 -0.1625 C -0.30807 -0.16967 -0.30742 -0.18703 -0.31028 -0.19907 C -0.32343 -0.0956 -0.33789 -0.03935 -0.29153 0.07732 C -0.28307 0.09862 -0.26276 0.06852 -0.24843 0.06412 C -0.24218 0.04352 -0.23346 0.02477 -0.22968 0.00255 C -0.22877 -0.00277 -0.2345 -0.01365 -0.23619 -0.00926 C -0.24609 0.01574 -0.25065 0.0463 -0.25781 0.07408 C -0.21849 0.10741 -0.1832 0.17755 -0.13971 0.17408 C -0.10286 0.17107 -0.06224 0.11968 -0.05065 0.05741 C -0.0427 0.01505 -0.08033 -0.01504 -0.09843 -0.04583 C -0.14218 -0.1206 -0.15703 -0.12037 -0.21093 -0.15763 C -0.22018 -0.15208 -0.24934 -0.14351 -0.22591 -0.10092 C -0.17174 -0.00231 -0.16171 -0.00671 -0.10781 0.01412 C -0.12252 0.01968 -0.13789 0.02107 -0.15182 0.03079 C -0.16263 0.0382 -0.18229 0.08449 -0.18099 0.06412 C -0.17838 0.02362 -0.15768 -0.00625 -0.14713 -0.04259 C -0.1358 -0.08194 -0.12591 -0.12245 -0.11536 -0.1625 C -0.10963 -0.15648 -0.09427 -0.15324 -0.09843 -0.14421 C -0.11106 -0.11736 -0.13177 -0.1074 -0.14908 -0.09097 C -0.24869 0.00463 -0.17955 -0.07013 -0.21849 -0.02754 C -0.21979 -0.02037 -0.22174 -0.01435 -0.2138 -0.00926 C -0.18958 0.00602 -0.16432 0.01528 -0.13971 0.02732 L -0.11341 0.0257 C -0.10143 0.02153 -0.09492 0.00579 -0.08255 0.00417 C -0.06132 0.00139 -0.03997 0.00301 -0.01875 0.00255 C -0.01692 0.0007 -0.0151 -0.00138 -0.01315 -0.00254 C -0.01158 -0.00347 -0.01002 -0.00347 -0.00846 -0.00416 C -0.00755 -0.00463 -0.00651 -0.00532 -0.00559 -0.00578 C -0.00533 -0.00416 -0.00507 -0.00254 -0.00468 -0.00092 C -0.0026 0.00649 -0.00234 0.00047 -0.00182 0.0007 Z " pathEditMode="relative" ptsTypes="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0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0" presetClass="path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013 0.00023 L -0.0013 0.00023 C -0.00325 -0.02222 -0.00547 -0.04421 -0.0069 -0.06667 C -0.00755 -0.07592 -0.00742 -0.08542 -0.00794 -0.09491 C -0.00833 -0.10208 -0.00924 -0.10926 -0.00976 -0.11667 C -0.01054 -0.12824 -0.01107 -0.13981 -0.01159 -0.15162 C -0.01041 -0.1787 -0.00963 -0.22778 -0.00416 -0.25671 C -0.00234 -0.2662 0.00117 -0.27477 0.0043 -0.28333 C 0.01055 -0.30023 0.01589 -0.31898 0.02396 -0.33333 C 0.02683 -0.33819 0.0293 -0.34398 0.03242 -0.34838 C 0.04024 -0.35949 0.05521 -0.37963 0.06615 -0.39005 C 0.06771 -0.39143 0.06927 -0.39213 0.07084 -0.39329 C 0.07344 -0.39537 0.08308 -0.40463 0.08685 -0.40671 C 0.09544 -0.41111 0.10925 -0.41204 0.1168 -0.41319 C 0.17878 -0.40625 0.17044 -0.42083 0.20495 -0.39329 C 0.20599 -0.39259 0.2069 -0.3912 0.20768 -0.39005 C 0.25235 -0.31875 0.1737 -0.44143 0.22175 -0.36667 C 0.22487 -0.35602 0.22722 -0.34444 0.23112 -0.33495 C 0.24063 -0.31273 0.23542 -0.32662 0.24518 -0.29167 C 0.2474 -0.2838 0.24987 -0.27639 0.25183 -0.26829 C 0.25703 -0.24583 0.26185 -0.22685 0.26498 -0.20162 C 0.26589 -0.19375 0.26667 -0.18588 0.26771 -0.17824 C 0.26914 -0.16875 0.27097 -0.15949 0.2724 -0.15 C 0.27357 -0.14282 0.27409 -0.13542 0.27526 -0.12824 C 0.27604 -0.12315 0.27735 -0.11829 0.27813 -0.11319 C 0.28008 -0.09954 0.28177 -0.08542 0.28373 -0.07153 C 0.28464 -0.06435 0.28646 -0.05 0.28646 -0.05 C 0.28685 -0.04329 0.28698 -0.03657 0.2875 -0.02986 C 0.28763 -0.02755 0.28828 -0.02546 0.28841 -0.02315 C 0.28854 -0.01713 0.28841 -0.01111 0.28841 -0.00486 L 0.28841 -0.00486 " pathEditMode="relative" ptsTypes="AAAAAAAAAAAAAAAAAAAAAAAAAAAAAAA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5100000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75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25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5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875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9000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925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9500"/>
                            </p:stCondLst>
                            <p:childTnLst>
                              <p:par>
                                <p:cTn id="6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9750"/>
                            </p:stCondLst>
                            <p:childTnLst>
                              <p:par>
                                <p:cTn id="7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0"/>
                            </p:stCondLst>
                            <p:childTnLst>
                              <p:par>
                                <p:cTn id="8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250"/>
                            </p:stCondLst>
                            <p:childTnLst>
                              <p:par>
                                <p:cTn id="8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500"/>
                            </p:stCondLst>
                            <p:childTnLst>
                              <p:par>
                                <p:cTn id="9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75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2250"/>
                            </p:stCondLst>
                            <p:childTnLst>
                              <p:par>
                                <p:cTn id="10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003 -0.00162 C 0.0724 0 0.07787 0.00278 0.09102 -0.00648 C 0.09714 -0.01111 0.10938 -0.03403 0.11341 -0.04167 C 0.11706 -0.04838 0.12214 -0.06111 0.12474 -0.06829 C 0.12735 -0.07593 0.12995 -0.08357 0.13216 -0.09167 C 0.1362 -0.10648 0.13985 -0.12153 0.14349 -0.13658 C 0.14571 -0.14607 0.14883 -0.1551 0.15 -0.16505 L 0.15378 -0.19491 C 0.15404 -0.19931 0.15664 -0.24607 0.15651 -0.2551 C 0.15638 -0.27107 0.15573 -0.28727 0.15469 -0.30347 C 0.15417 -0.31297 0.15352 -0.32246 0.15183 -0.33172 C 0.15039 -0.34051 0.14766 -0.34861 0.14531 -0.35672 C 0.14102 -0.37199 0.13321 -0.39954 0.12656 -0.41343 C 0.12266 -0.42153 0.11797 -0.42801 0.11341 -0.43519 C 0.11042 -0.43982 0.10755 -0.44468 0.10404 -0.44838 C 0.09414 -0.45903 0.0849 -0.46273 0.07409 -0.47014 C 0.06875 -0.47385 0.06367 -0.47894 0.05821 -0.48172 C 0.053 -0.48449 0.04753 -0.48519 0.04219 -0.48681 C 0.02031 -0.49283 0.02591 -0.49144 0.00469 -0.49352 C -0.00586 -0.4963 -0.01745 -0.5 -0.02812 -0.5 L -0.12552 -0.49838 C -0.13541 -0.49699 -0.13828 -0.49722 -0.14804 -0.49352 C -0.16497 -0.48704 -0.14362 -0.4926 -0.16211 -0.48843 C -0.16653 -0.48611 -0.17083 -0.4838 -0.17526 -0.48172 C -0.18646 -0.47685 -0.17526 -0.48403 -0.18646 -0.47685 C -0.19127 -0.47361 -0.1901 -0.47547 -0.19205 -0.47176 L -0.19297 -0.47176 " pathEditMode="relative" ptsTypes="AAAAAAAAAAAAAAAAAAAAAAAAAAAA">
                                      <p:cBhvr>
                                        <p:cTn id="10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003 -0.00162 C 0.0724 0 0.07787 0.00278 0.09102 -0.00648 C 0.09714 -0.01111 0.10938 -0.03403 0.11341 -0.04167 C 0.11706 -0.04838 0.12214 -0.06111 0.12474 -0.06829 C 0.12735 -0.07593 0.12995 -0.08357 0.13216 -0.09167 C 0.1362 -0.10648 0.13985 -0.12153 0.14349 -0.13658 C 0.14571 -0.14607 0.14883 -0.1551 0.15 -0.16505 L 0.15378 -0.19491 C 0.15404 -0.19931 0.15664 -0.24607 0.15651 -0.2551 C 0.15638 -0.27107 0.15573 -0.28727 0.15469 -0.30347 C 0.15417 -0.31297 0.15352 -0.32246 0.15183 -0.33172 C 0.15039 -0.34051 0.14766 -0.34861 0.14531 -0.35672 C 0.14102 -0.37199 0.13321 -0.39954 0.12656 -0.41343 C 0.12266 -0.42153 0.11797 -0.42801 0.11341 -0.43519 C 0.11042 -0.43982 0.10755 -0.44468 0.10404 -0.44838 C 0.09414 -0.45903 0.0849 -0.46273 0.07409 -0.47014 C 0.06875 -0.47385 0.06367 -0.47894 0.05821 -0.48172 C 0.053 -0.48449 0.04753 -0.48519 0.04219 -0.48681 C 0.02031 -0.49283 0.02591 -0.49144 0.00469 -0.49352 C -0.00586 -0.4963 -0.01745 -0.5 -0.02812 -0.5 L -0.12552 -0.49838 C -0.13541 -0.49699 -0.13828 -0.49722 -0.14804 -0.49352 C -0.16497 -0.48704 -0.14362 -0.4926 -0.16211 -0.48843 C -0.16653 -0.48611 -0.17083 -0.4838 -0.17526 -0.48172 C -0.18646 -0.47685 -0.17526 -0.48403 -0.18646 -0.47685 C -0.19127 -0.47361 -0.1901 -0.47547 -0.19205 -0.47176 L -0.19297 -0.47176 " pathEditMode="relative" ptsTypes="AAAAAAAAAAAAAAAAAAAAAAAAAAAA">
                                      <p:cBhvr>
                                        <p:cTn id="10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003 -0.00162 C 0.0724 0 0.07787 0.00278 0.09102 -0.00648 C 0.09714 -0.01111 0.10938 -0.03403 0.11341 -0.04167 C 0.11706 -0.04838 0.12214 -0.06111 0.12474 -0.06829 C 0.12735 -0.07593 0.12995 -0.08357 0.13216 -0.09167 C 0.1362 -0.10648 0.13985 -0.12153 0.14349 -0.13658 C 0.14571 -0.14607 0.14883 -0.1551 0.15 -0.16505 L 0.15378 -0.19491 C 0.15404 -0.19931 0.15664 -0.24607 0.15651 -0.2551 C 0.15638 -0.27107 0.15573 -0.28727 0.15469 -0.30347 C 0.15417 -0.31297 0.15352 -0.32246 0.15183 -0.33172 C 0.15039 -0.34051 0.14766 -0.34861 0.14531 -0.35672 C 0.14102 -0.37199 0.13321 -0.39954 0.12656 -0.41343 C 0.12266 -0.42153 0.11797 -0.42801 0.11341 -0.43519 C 0.11042 -0.43982 0.10755 -0.44468 0.10404 -0.44838 C 0.09414 -0.45903 0.0849 -0.46273 0.07409 -0.47014 C 0.06875 -0.47385 0.06367 -0.47894 0.05821 -0.48172 C 0.053 -0.48449 0.04753 -0.48519 0.04219 -0.48681 C 0.02031 -0.49283 0.02591 -0.49144 0.00469 -0.49352 C -0.00586 -0.4963 -0.01745 -0.5 -0.02812 -0.5 L -0.12552 -0.49838 C -0.13541 -0.49699 -0.13828 -0.49722 -0.14804 -0.49352 C -0.16497 -0.48704 -0.14362 -0.4926 -0.16211 -0.48843 C -0.16653 -0.48611 -0.17083 -0.4838 -0.17526 -0.48172 C -0.18646 -0.47685 -0.17526 -0.48403 -0.18646 -0.47685 C -0.19127 -0.47361 -0.1901 -0.47547 -0.19205 -0.47176 L -0.19297 -0.47176 " pathEditMode="relative" ptsTypes="AAAAAAAAAAAAAAAAAAAAAAAAAAAA">
                                      <p:cBhvr>
                                        <p:cTn id="10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003 -0.00162 C 0.0724 0 0.07787 0.00278 0.09102 -0.00648 C 0.09714 -0.01111 0.10938 -0.03403 0.11341 -0.04167 C 0.11706 -0.04838 0.12214 -0.06111 0.12474 -0.06829 C 0.12735 -0.07593 0.12995 -0.08357 0.13216 -0.09167 C 0.1362 -0.10648 0.13985 -0.12153 0.14349 -0.13658 C 0.14571 -0.14607 0.14883 -0.1551 0.15 -0.16505 L 0.15378 -0.19491 C 0.15404 -0.19931 0.15664 -0.24607 0.15651 -0.2551 C 0.15638 -0.27107 0.15573 -0.28727 0.15469 -0.30347 C 0.15417 -0.31297 0.15352 -0.32246 0.15183 -0.33172 C 0.15039 -0.34051 0.14766 -0.34861 0.14531 -0.35672 C 0.14102 -0.37199 0.13321 -0.39954 0.12656 -0.41343 C 0.12266 -0.42153 0.11797 -0.42801 0.11341 -0.43519 C 0.11042 -0.43982 0.10755 -0.44468 0.10404 -0.44838 C 0.09414 -0.45903 0.0849 -0.46273 0.07409 -0.47014 C 0.06875 -0.47385 0.06367 -0.47894 0.05821 -0.48172 C 0.053 -0.48449 0.04753 -0.48519 0.04219 -0.48681 C 0.02031 -0.49283 0.02591 -0.49144 0.00469 -0.49352 C -0.00586 -0.4963 -0.01745 -0.5 -0.02812 -0.5 L -0.12552 -0.49838 C -0.13541 -0.49699 -0.13828 -0.49722 -0.14804 -0.49352 C -0.16497 -0.48704 -0.14362 -0.4926 -0.16211 -0.48843 C -0.16653 -0.48611 -0.17083 -0.4838 -0.17526 -0.48172 C -0.18646 -0.47685 -0.17526 -0.48403 -0.18646 -0.47685 C -0.19127 -0.47361 -0.1901 -0.47547 -0.19205 -0.47176 L -0.19297 -0.47176 " pathEditMode="relative" ptsTypes="AAAAAAAAAAAAAAAAAAAAAAAAAAAA">
                                      <p:cBhvr>
                                        <p:cTn id="1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425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6250"/>
                            </p:stCondLst>
                            <p:childTnLst>
                              <p:par>
                                <p:cTn id="116" presetID="42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8750"/>
                            </p:stCondLst>
                            <p:childTnLst>
                              <p:par>
                                <p:cTn id="12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776 -0.00417 L 0.30456 -0.0287 C 0.31302 -0.0368 0.32188 -0.04421 0.33021 -0.05324 C 0.35456 -0.0794 0.37487 -0.10139 0.39427 -0.1375 C 0.40222 -0.15208 0.41003 -0.16759 0.41602 -0.18472 C 0.42097 -0.19884 0.42331 -0.21528 0.42696 -0.23032 C 0.42878 -0.24676 0.43373 -0.28079 0.43281 -0.30069 C 0.43242 -0.31088 0.42904 -0.32616 0.42487 -0.33403 C 0.42071 -0.34167 0.41615 -0.34884 0.41107 -0.35509 C 0.40521 -0.36204 0.39479 -0.36643 0.38841 -0.37083 C 0.36849 -0.38403 0.3806 -0.38102 0.35091 -0.39005 C 0.34245 -0.39259 0.33386 -0.39352 0.32526 -0.39537 C 0.28972 -0.39467 0.25417 -0.39815 0.21862 -0.39352 C 0.20482 -0.39167 0.19154 -0.3831 0.17826 -0.37592 C 0.16419 -0.36852 0.15026 -0.35972 0.13672 -0.34977 C 0.13021 -0.34491 0.11172 -0.31805 0.10912 -0.31296 C 0.09701 -0.28842 0.08659 -0.26157 0.07565 -0.23565 C 0.06511 -0.21111 0.06029 -0.20162 0.05482 -0.17245 C 0.05235 -0.1588 0.05091 -0.14444 0.04896 -0.13032 C 0.04831 -0.11528 0.04714 -0.1 0.04701 -0.08472 C 0.04662 -0.05231 0.04896 -0.0118 0.05391 0.01875 C 0.05873 0.04908 0.07357 0.09491 0.08347 0.11875 C 0.09349 0.14259 0.10612 0.16389 0.12292 0.1713 C 0.13776 0.17778 0.15326 0.17824 0.16836 0.18195 L 0.20196 0.19051 C 0.21862 0.19005 0.23568 0.19306 0.25222 0.18889 C 0.27123 0.18403 0.31081 0.15162 0.3263 0.13796 C 0.39649 0.07546 0.4013 0.07546 0.45847 -0.01643 C 0.57669 -0.20648 0.52461 -0.14792 0.64401 -0.30926 C 0.66003 -0.33102 0.67656 -0.35185 0.69427 -0.36898 C 0.71615 -0.39005 0.73946 -0.40625 0.76237 -0.42338 C 0.77474 -0.43264 0.78698 -0.44213 0.79987 -0.44792 C 0.81016 -0.45255 0.82097 -0.45255 0.83151 -0.45486 C 0.83998 -0.45255 0.84883 -0.45185 0.85716 -0.44792 C 0.86146 -0.44606 0.86511 -0.44143 0.86901 -0.4375 C 0.87969 -0.42639 0.87852 -0.42755 0.88477 -0.41643 C 0.88815 -0.39815 0.88776 -0.40255 0.88972 -0.3831 C 0.89011 -0.37893 0.89076 -0.37083 0.89076 -0.37083 L 0.88672 -0.34097 " pathEditMode="relative" ptsTypes="AAAAAAAAAAAAAAAAAAAAAAAAAAAAAAAAAAAAAAA">
                                      <p:cBhvr>
                                        <p:cTn id="12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AE0903-3E66-FD6D-5DEB-802F7FA0B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xmlns="" id="{038EA226-C347-B9B4-E920-019FF687C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77" y="5054509"/>
            <a:ext cx="500857" cy="15322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AA6C5C09-51A5-EAD5-5A63-E4C1040DC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488" y="160739"/>
            <a:ext cx="606376" cy="50026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42502556-2B6A-CEF9-218E-5427BD7E8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259" y="1762479"/>
            <a:ext cx="606376" cy="5002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AE05B0BD-1488-89E6-DCD8-EA432B143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999" y="989476"/>
            <a:ext cx="606376" cy="50026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9CEB38AD-E910-06DC-5BFD-E058BB574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5770" y="188586"/>
            <a:ext cx="606376" cy="5002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490ABB20-148F-C8D5-12D8-49DBAECCC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203" y="989476"/>
            <a:ext cx="606376" cy="50026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FF1576B0-2586-37E7-EAAE-9B7D10175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595" y="881437"/>
            <a:ext cx="606376" cy="50026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92EB737F-784F-5F79-B5EA-AA74E0599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112" y="1853501"/>
            <a:ext cx="606376" cy="50026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BDE05650-E428-EE7E-EB71-DF1C8E09C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922" y="1762479"/>
            <a:ext cx="606376" cy="50026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B0CA74AD-8AC8-D4CB-D5C6-D23A04D28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480" y="1656711"/>
            <a:ext cx="606376" cy="50026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FD69841D-A509-0DB6-E751-42610EF1E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436" y="1603371"/>
            <a:ext cx="606376" cy="50026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517CAD18-7B60-8E9F-7915-6C33442AA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249" y="254991"/>
            <a:ext cx="606376" cy="50026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299E4CB8-5964-1FD9-37E8-2316D7914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1994" y="1678421"/>
            <a:ext cx="606376" cy="50026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xmlns="" id="{054611DB-F1B9-1DCC-D0AD-2E21C58E2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523" y="832296"/>
            <a:ext cx="606376" cy="50026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xmlns="" id="{4B8D903A-164D-AB80-39AA-5DDB5D025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618" y="907651"/>
            <a:ext cx="606376" cy="50026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xmlns="" id="{536C6F3A-D172-5A9C-B95D-DA1943962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6897" y="907651"/>
            <a:ext cx="606376" cy="50026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xmlns="" id="{A163BDB9-8D84-C413-4A7F-77E9895D3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0519" y="190401"/>
            <a:ext cx="606376" cy="50026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xmlns="" id="{9DAE78A4-633D-B9BC-8D70-0DDF667E9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618" y="211931"/>
            <a:ext cx="606376" cy="50026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xmlns="" id="{2EFAB770-A74C-C188-72FB-4288DC504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6897" y="211931"/>
            <a:ext cx="606376" cy="50026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xmlns="" id="{92F473DA-A0AD-76DA-20A7-307B8E6E2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286" y="197730"/>
            <a:ext cx="606376" cy="50026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xmlns="" id="{6991FC90-BD3A-568D-34B9-D9C4AA2DC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57" y="1799470"/>
            <a:ext cx="606376" cy="50026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xmlns="" id="{ED65FCB9-0826-13D8-F845-9861678AD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44" y="1045726"/>
            <a:ext cx="606376" cy="50026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xmlns="" id="{194C0C59-0A7B-CB4B-AC3D-4F0CD691C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568" y="225577"/>
            <a:ext cx="606376" cy="50026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xmlns="" id="{EC7367EC-3A39-F0E8-8ADF-A48500C1E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595" y="901402"/>
            <a:ext cx="606376" cy="50026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xmlns="" id="{70E17921-725F-9D89-2F9F-45B04DF71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843" y="802428"/>
            <a:ext cx="606376" cy="50026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xmlns="" id="{8D743C71-268B-4E7F-79EB-B509B8915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580" y="1745439"/>
            <a:ext cx="606376" cy="50026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xmlns="" id="{F81869E9-1E0B-9BB5-7496-5EB49FAA8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720" y="1799470"/>
            <a:ext cx="606376" cy="50026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xmlns="" id="{F1F505F3-FBD4-0BEB-95F9-0A8DED4B4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929311">
            <a:off x="2788231" y="1799470"/>
            <a:ext cx="606376" cy="50026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xmlns="" id="{AA881C56-A4F7-CE30-0778-ECCF56FFE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589" y="1756147"/>
            <a:ext cx="606376" cy="50026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xmlns="" id="{B8ACE385-EBBB-EFEA-DFE3-572119494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047" y="291982"/>
            <a:ext cx="606376" cy="500260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xmlns="" id="{48787C72-33EB-2FC5-1016-1943B4CA2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792" y="1715412"/>
            <a:ext cx="606376" cy="50026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xmlns="" id="{04929222-456B-EB45-D637-8F02829C6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145" y="944642"/>
            <a:ext cx="606376" cy="500260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xmlns="" id="{29644D4B-042F-CB6E-11B0-A5FD6B13A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416" y="944642"/>
            <a:ext cx="606376" cy="50026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xmlns="" id="{9438A72F-C058-12E8-3577-DE265EEFF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676" y="927834"/>
            <a:ext cx="606376" cy="50026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xmlns="" id="{B3BA9F0C-15BC-EBA4-91B8-DA0B3A063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698" y="63519"/>
            <a:ext cx="606376" cy="500260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xmlns="" id="{7B2A2B09-58E4-E04D-F089-0CC6FB9E5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416" y="248922"/>
            <a:ext cx="606376" cy="50026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xmlns="" id="{A274D571-262D-9491-2857-3DE33B0CF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695" y="248922"/>
            <a:ext cx="606376" cy="500260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xmlns="" id="{73CAA32B-D0EC-DA98-56B0-A346A773E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070" y="2524791"/>
            <a:ext cx="606376" cy="500260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xmlns="" id="{FBA528C5-2223-B583-76DE-E38F97AAF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49" y="4118201"/>
            <a:ext cx="606376" cy="500260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xmlns="" id="{5EA87425-A330-284B-02A1-ADE870DA4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89" y="3345198"/>
            <a:ext cx="606376" cy="50026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xmlns="" id="{6A8BF962-D789-1B47-760C-B9978B594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260" y="2544308"/>
            <a:ext cx="606376" cy="50026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xmlns="" id="{EDA86698-2683-E25C-C10F-3DDC61BE6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693" y="3345198"/>
            <a:ext cx="606376" cy="50026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xmlns="" id="{5578EADB-51ED-2014-1C89-339CCA64E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412" y="3235115"/>
            <a:ext cx="606376" cy="500260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xmlns="" id="{A0FFD232-487A-00FC-CE63-6B65C3613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602" y="4209223"/>
            <a:ext cx="606376" cy="500260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xmlns="" id="{5B0638AC-DF27-0C3A-BEC7-D20FE1C7C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266" y="3979953"/>
            <a:ext cx="606376" cy="500260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xmlns="" id="{5CA6379D-1FED-F901-4321-1C8CA73EC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970" y="4012433"/>
            <a:ext cx="606376" cy="500260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xmlns="" id="{9691198B-9601-E4DC-9B2C-E3B654D69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169" y="4101334"/>
            <a:ext cx="606376" cy="500260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xmlns="" id="{DC84A641-C6E5-474B-E4B1-70480FC1B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39" y="2610713"/>
            <a:ext cx="606376" cy="500260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xmlns="" id="{F7848ABB-2C66-D734-54EC-D73A348B3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484" y="4034143"/>
            <a:ext cx="606376" cy="500260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xmlns="" id="{8F16B7BC-7D68-5E65-5EE1-690AEE942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2013" y="3188018"/>
            <a:ext cx="606376" cy="500260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xmlns="" id="{64169D6D-9C17-D230-9334-945756ECC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108" y="3263373"/>
            <a:ext cx="606376" cy="500260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xmlns="" id="{7145EBE8-3043-A190-82C0-8E323E0F8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03" y="3309004"/>
            <a:ext cx="606376" cy="500260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xmlns="" id="{AAFC2EE4-EE35-9ECC-77D8-AA4241ABB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0589" y="2410263"/>
            <a:ext cx="606376" cy="500260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xmlns="" id="{6A8A0835-5FA9-63D9-2293-E6EAE969B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108" y="2567653"/>
            <a:ext cx="606376" cy="500260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xmlns="" id="{ED9670D8-5ADF-AA6A-DFBB-C07FE9829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525" y="2538234"/>
            <a:ext cx="606376" cy="500260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xmlns="" id="{805AA415-B846-6C58-FA94-E49F1F03C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567" y="2598498"/>
            <a:ext cx="606376" cy="500260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xmlns="" id="{DBC09E64-7143-4D38-1FAD-E4B8BB108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090" y="2544467"/>
            <a:ext cx="606376" cy="500260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xmlns="" id="{025FB7B6-67DB-C313-7DA0-E52CD679E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230" y="2598498"/>
            <a:ext cx="606376" cy="500260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xmlns="" id="{6F29C582-CB4B-A3B9-9536-99425FA36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929311">
            <a:off x="9227741" y="2598498"/>
            <a:ext cx="606376" cy="500260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xmlns="" id="{F8215D81-FA1D-E2E9-64C8-35CEF9E7E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5099" y="2555175"/>
            <a:ext cx="606376" cy="500260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xmlns="" id="{D8178ED5-9BF9-BD63-DFB6-8B0E5D9E8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5302" y="2514440"/>
            <a:ext cx="606376" cy="500260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xmlns="" id="{9666DAD2-34EC-23B2-75D5-3132F5AE5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580" y="3323819"/>
            <a:ext cx="606376" cy="500260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xmlns="" id="{5739CA7A-D31F-5D8E-4736-0406D5DEB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999" y="4144226"/>
            <a:ext cx="606376" cy="500260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xmlns="" id="{1EB90235-B8FB-6369-9F19-C6EA6560F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5770" y="3343336"/>
            <a:ext cx="606376" cy="500260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xmlns="" id="{D7A9536D-07DE-060B-1DA4-4939944D9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203" y="4144226"/>
            <a:ext cx="606376" cy="500260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xmlns="" id="{7C4E798D-FA03-4DED-58A4-8789541B7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922" y="4034143"/>
            <a:ext cx="606376" cy="500260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xmlns="" id="{D83A7DE9-D35A-464F-B95E-DAD6B475A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249" y="3409741"/>
            <a:ext cx="606376" cy="50026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xmlns="" id="{46F082D4-18DA-8465-EF73-2D686D33F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523" y="3987046"/>
            <a:ext cx="606376" cy="500260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xmlns="" id="{1F2D014F-FC8D-5082-A3A9-C0DDF1B62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618" y="4062401"/>
            <a:ext cx="606376" cy="500260"/>
          </a:xfrm>
          <a:prstGeom prst="rect">
            <a:avLst/>
          </a:prstGeom>
        </p:spPr>
      </p:pic>
      <p:pic>
        <p:nvPicPr>
          <p:cNvPr id="71" name="图片 70">
            <a:extLst>
              <a:ext uri="{FF2B5EF4-FFF2-40B4-BE49-F238E27FC236}">
                <a16:creationId xmlns:a16="http://schemas.microsoft.com/office/drawing/2014/main" xmlns="" id="{E119642B-1DFE-C94A-7EC1-C3C842C88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713" y="4108032"/>
            <a:ext cx="606376" cy="500260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xmlns="" id="{B3FB8483-AB1B-DD92-CFCC-83D3846D9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099" y="3209291"/>
            <a:ext cx="606376" cy="500260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xmlns="" id="{128400B8-63C2-A475-0CAE-3BE17F091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618" y="3366681"/>
            <a:ext cx="606376" cy="500260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xmlns="" id="{733C0F36-1FAB-75EE-928D-FC94D5F18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7035" y="3337262"/>
            <a:ext cx="606376" cy="500260"/>
          </a:xfrm>
          <a:prstGeom prst="rect">
            <a:avLst/>
          </a:prstGeom>
        </p:spPr>
      </p:pic>
      <p:sp>
        <p:nvSpPr>
          <p:cNvPr id="75" name="矩形 74">
            <a:extLst>
              <a:ext uri="{FF2B5EF4-FFF2-40B4-BE49-F238E27FC236}">
                <a16:creationId xmlns:a16="http://schemas.microsoft.com/office/drawing/2014/main" xmlns="" id="{3AEC6B87-44C3-70AB-B8D0-14279D84D3AF}"/>
              </a:ext>
            </a:extLst>
          </p:cNvPr>
          <p:cNvSpPr/>
          <p:nvPr/>
        </p:nvSpPr>
        <p:spPr>
          <a:xfrm>
            <a:off x="2468250" y="5677976"/>
            <a:ext cx="5879805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小人来到了菜地，他开始吃菜</a:t>
            </a:r>
          </a:p>
        </p:txBody>
      </p:sp>
      <p:pic>
        <p:nvPicPr>
          <p:cNvPr id="76" name="图片 75">
            <a:extLst>
              <a:ext uri="{FF2B5EF4-FFF2-40B4-BE49-F238E27FC236}">
                <a16:creationId xmlns:a16="http://schemas.microsoft.com/office/drawing/2014/main" xmlns="" id="{6FC72509-F494-8A2A-0A58-A60B4BD3A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783" y="1293281"/>
            <a:ext cx="3547602" cy="2926770"/>
          </a:xfrm>
          <a:prstGeom prst="rect">
            <a:avLst/>
          </a:prstGeom>
        </p:spPr>
      </p:pic>
      <p:sp>
        <p:nvSpPr>
          <p:cNvPr id="77" name="矩形 76">
            <a:extLst>
              <a:ext uri="{FF2B5EF4-FFF2-40B4-BE49-F238E27FC236}">
                <a16:creationId xmlns:a16="http://schemas.microsoft.com/office/drawing/2014/main" xmlns="" id="{A205DFE9-0599-4D7C-1745-EEF275CB67A8}"/>
              </a:ext>
            </a:extLst>
          </p:cNvPr>
          <p:cNvSpPr/>
          <p:nvPr/>
        </p:nvSpPr>
        <p:spPr>
          <a:xfrm>
            <a:off x="345181" y="46077"/>
            <a:ext cx="5879805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但他激怒了菜王</a:t>
            </a:r>
          </a:p>
        </p:txBody>
      </p:sp>
    </p:spTree>
    <p:extLst>
      <p:ext uri="{BB962C8B-B14F-4D97-AF65-F5344CB8AC3E}">
        <p14:creationId xmlns:p14="http://schemas.microsoft.com/office/powerpoint/2010/main" val="269938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27"/>
    </mc:Choice>
    <mc:Fallback xmlns="">
      <p:transition spd="slow" advTm="127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12 0.00139 L -0.00612 0.00139 C 0.02161 0.0037 0.00833 0.00255 0.04349 0.00625 L 0.05846 0.00787 L 0.0707 0.00949 L 0.15976 0.00787 C 0.19414 0.00695 0.17057 0.00648 0.20573 0.00139 C 0.2125 0.00023 0.2194 0.00046 0.2263 -0.00046 C 0.23411 -0.00139 0.24192 -0.00301 0.24974 -0.0037 C 0.25911 -0.00463 0.26849 -0.00463 0.27786 -0.00532 C 0.28789 -0.00625 0.29791 -0.0081 0.30794 -0.0088 C 0.32317 -0.00972 0.33854 -0.00972 0.35377 -0.01042 L 0.38763 -0.01204 C 0.39166 -0.01366 0.39583 -0.01458 0.39974 -0.01713 C 0.40482 -0.02037 0.40599 -0.03194 0.4082 -0.03866 C 0.40924 -0.04213 0.41067 -0.04537 0.41198 -0.04861 C 0.41224 -0.05139 0.41263 -0.05417 0.41289 -0.05694 C 0.41354 -0.06389 0.41432 -0.07523 0.41471 -0.08194 C 0.4151 -0.10092 0.41432 -0.11991 0.41575 -0.13866 C 0.4164 -0.14838 0.4237 -0.19213 0.42786 -0.20532 C 0.43971 -0.24259 0.44075 -0.2368 0.45039 -0.26528 C 0.45221 -0.27083 0.45456 -0.27616 0.45599 -0.28194 C 0.45729 -0.28727 0.45794 -0.29305 0.45885 -0.29861 C 0.45898 -0.30347 0.46081 -0.34236 0.46067 -0.34537 C 0.46015 -0.37477 0.45911 -0.4044 0.45794 -0.4338 C 0.45716 -0.45231 0.45547 -0.46111 0.45416 -0.4787 C 0.45377 -0.48426 0.45351 -0.48981 0.45325 -0.49537 C 0.45286 -0.50208 0.45286 -0.5088 0.45221 -0.51528 C 0.45104 -0.52778 0.44896 -0.53981 0.44752 -0.55208 C 0.44531 -0.57245 0.44609 -0.56319 0.44479 -0.58032 C 0.44505 -0.58981 0.44531 -0.5993 0.4457 -0.6088 C 0.44596 -0.61366 0.44635 -0.61875 0.44661 -0.62361 C 0.447 -0.63079 0.44726 -0.63819 0.44752 -0.64537 C 0.44661 -0.65648 0.44583 -0.66759 0.44479 -0.6787 C 0.44336 -0.69282 0.44271 -0.69167 0.4401 -0.70532 C 0.43932 -0.70926 0.4388 -0.71319 0.43815 -0.71713 C 0.43789 -0.73148 0.44518 -0.75694 0.43724 -0.76042 C 0.43242 -0.7625 0.29909 -0.7662 0.26849 -0.7669 L 0.15885 -0.76042 C 0.15195 -0.75972 0.14505 -0.75671 0.13815 -0.75532 C 0.13411 -0.75463 0.13008 -0.7544 0.12604 -0.7537 C 0.12291 -0.75324 0.11979 -0.75255 0.11666 -0.75208 C 0.1082 -0.74815 0.09948 -0.7456 0.09127 -0.74028 C 0.07461 -0.72963 0.08281 -0.73333 0.06692 -0.7287 C 0.06263 -0.72592 0.05807 -0.72361 0.05377 -0.72037 C 0.04661 -0.71505 0.04336 -0.71088 0.03698 -0.7037 C 0.03476 -0.69722 0.03294 -0.69236 0.03138 -0.68542 C 0.0306 -0.68217 0.03008 -0.6787 0.02942 -0.67546 C 0.02982 -0.66366 0.0289 -0.65185 0.03034 -0.64028 C 0.03112 -0.63403 0.03372 -0.6287 0.03607 -0.62361 C 0.04023 -0.61435 0.04804 -0.60787 0.05377 -0.6037 C 0.06302 -0.59699 0.07265 -0.5919 0.0819 -0.58542 C 0.08659 -0.58194 0.09127 -0.57824 0.09596 -0.57546 C 0.10573 -0.56967 0.11185 -0.56944 0.12226 -0.56713 C 0.13034 -0.56227 0.12617 -0.56435 0.14284 -0.56204 C 0.14791 -0.56134 0.17942 -0.55903 0.1832 -0.5588 C 0.21054 -0.5618 0.22331 -0.56389 0.24791 -0.56528 C 0.2595 -0.56597 0.27096 -0.56713 0.28255 -0.56713 C 0.3026 -0.56667 0.32252 -0.56481 0.34258 -0.56366 L 0.09127 -0.38704 L 0.33607 -0.50694 C 0.34661 -0.50324 0.35312 -0.50532 0.36041 -0.49375 C 0.36185 -0.4912 0.36289 -0.48819 0.36419 -0.48542 C 0.3651 -0.47986 0.36719 -0.47454 0.36692 -0.46875 C 0.36627 -0.45555 0.36575 -0.44097 0.36133 -0.43032 C 0.35104 -0.40579 0.30846 -0.39606 0.30039 -0.39375 C 0.28398 -0.38889 0.26732 -0.38657 0.25065 -0.3838 C 0.2164 -0.37778 0.11888 -0.37384 0.11575 -0.37361 C 0.10885 -0.36759 0.09831 -0.36111 0.09323 -0.34861 C 0.09075 -0.34259 0.08958 -0.33518 0.08763 -0.3287 C 0.08594 -0.32338 0.08385 -0.31875 0.0819 -0.31366 C 0.08086 -0.30625 0.07864 -0.29329 0.07916 -0.28542 C 0.08008 -0.26759 0.08476 -0.24815 0.09596 -0.24213 C 0.10794 -0.23542 0.12096 -0.23866 0.13346 -0.23704 C 0.1651 -0.24028 0.19674 -0.24167 0.22825 -0.24699 C 0.23594 -0.24838 0.2431 -0.2544 0.25065 -0.25694 C 0.26315 -0.26111 0.27578 -0.26319 0.28815 -0.26713 C 0.30351 -0.27153 0.31862 -0.27917 0.33411 -0.28194 C 0.3569 -0.28634 0.37982 -0.28657 0.4026 -0.28866 L 0.53008 -0.28704 C 0.54297 -0.28634 0.55573 -0.28241 0.56849 -0.28032 C 0.62812 -0.27083 0.61002 -0.27315 0.66133 -0.26875 C 0.68945 -0.27083 0.71758 -0.27153 0.7457 -0.27546 C 0.7664 -0.27824 0.78685 -0.28518 0.80755 -0.28866 L 0.83659 -0.29375 C 0.86094 -0.30278 0.88398 -0.30717 0.90599 -0.3287 C 0.91028 -0.33287 0.91289 -0.34097 0.91627 -0.34699 C 0.92187 -0.3831 0.92474 -0.38079 0.89101 -0.41713 C 0.88346 -0.42523 0.87357 -0.42292 0.86471 -0.42361 C 0.84609 -0.42569 0.82721 -0.42477 0.80846 -0.42546 L 0.68659 -0.42037 C 0.61914 -0.41713 0.66354 -0.41574 0.61159 -0.41875 C 0.59622 -0.43102 0.58932 -0.43241 0.57877 -0.45694 C 0.57591 -0.46389 0.57513 -0.47268 0.57317 -0.48032 C 0.57539 -0.48866 0.57578 -0.49954 0.57982 -0.50532 C 0.59752 -0.53194 0.62409 -0.54606 0.64635 -0.55208 C 0.65833 -0.55532 0.6707 -0.55393 0.68294 -0.55532 L 0.79635 -0.56875 C 0.81575 -0.61134 0.81028 -0.58912 0.81601 -0.63194 C 0.81536 -0.64861 0.81836 -0.66713 0.81419 -0.68194 C 0.81015 -0.69606 0.80169 -0.70555 0.79349 -0.71204 C 0.76445 -0.73495 0.73906 -0.73148 0.7082 -0.7338 C 0.69817 -0.73194 0.68815 -0.73079 0.67825 -0.7287 C 0.61992 -0.7169 0.68008 -0.72616 0.6276 -0.71875 C 0.62252 -0.72268 0.61549 -0.72222 0.61263 -0.73032 C 0.61041 -0.73634 0.61367 -0.74514 0.61627 -0.75023 C 0.62396 -0.76481 0.6332 -0.77662 0.64258 -0.78704 C 0.65078 -0.79606 0.6595 -0.80393 0.66888 -0.80856 C 0.68802 -0.81852 0.7138 -0.81759 0.73346 -0.81875 C 0.77513 -0.81759 0.78607 -0.82477 0.81979 -0.80532 C 0.82539 -0.80208 0.83034 -0.79653 0.83567 -0.7919 C 0.84466 -0.77477 0.84948 -0.76852 0.85442 -0.74537 C 0.85768 -0.73032 0.85924 -0.71412 0.86198 -0.69861 C 0.86497 -0.68148 0.86823 -0.66435 0.87135 -0.64699 C 0.87226 -0.63148 0.87304 -0.61597 0.87409 -0.60046 C 0.87513 -0.58634 0.87734 -0.57268 0.87786 -0.5588 C 0.8789 -0.5294 0.87825 -0.49977 0.87877 -0.47037 C 0.87982 -0.42338 0.88346 -0.37477 0.88633 -0.3287 C 0.88659 -0.31528 0.8875 -0.26273 0.88815 -0.24537 C 0.88867 -0.23426 0.88945 -0.22315 0.8901 -0.21204 C 0.88919 -0.18403 0.8888 -0.16481 0.88633 -0.13542 C 0.88581 -0.1294 0.88281 -0.1088 0.88073 -0.10208 C 0.87851 -0.09514 0.87591 -0.08842 0.87317 -0.08194 C 0.87096 -0.07662 0.86823 -0.07199 0.86575 -0.06713 C 0.86484 -0.06528 0.86406 -0.06319 0.86289 -0.06204 C 0.85234 -0.05278 0.84388 -0.05069 0.8319 -0.04699 C 0.8276 -0.0456 0.82317 -0.04491 0.81888 -0.04375 C 0.81732 -0.04329 0.81575 -0.04236 0.81419 -0.04213 C 0.797 -0.03842 0.80065 -0.03866 0.78971 -0.03866 L 0.78971 -0.03866 " pathEditMode="relative" ptsTypes="AAAAAAAAAAAAAAAAAAAAAAAAAAAAAAAAAAAAAAAAAAAAAAAAAAAAAAAAAAAAAAAAAAAAAAAAAAAAAAAAAAAAAAAAAAAAAAAAAAAAAAAAAAAAAAAAAAAAAAAAAAAAAAAAAA">
                                      <p:cBhvr>
                                        <p:cTn id="1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10"/>
                            </p:stCondLst>
                            <p:childTnLst>
                              <p:par>
                                <p:cTn id="22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20"/>
                            </p:stCondLst>
                            <p:childTnLst>
                              <p:par>
                                <p:cTn id="25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30"/>
                            </p:stCondLst>
                            <p:childTnLst>
                              <p:par>
                                <p:cTn id="28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40"/>
                            </p:stCondLst>
                            <p:childTnLst>
                              <p:par>
                                <p:cTn id="31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5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60"/>
                            </p:stCondLst>
                            <p:childTnLst>
                              <p:par>
                                <p:cTn id="37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70"/>
                            </p:stCondLst>
                            <p:childTnLst>
                              <p:par>
                                <p:cTn id="40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80"/>
                            </p:stCondLst>
                            <p:childTnLst>
                              <p:par>
                                <p:cTn id="43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90"/>
                            </p:stCondLst>
                            <p:childTnLst>
                              <p:par>
                                <p:cTn id="46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100"/>
                            </p:stCondLst>
                            <p:childTnLst>
                              <p:par>
                                <p:cTn id="49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110"/>
                            </p:stCondLst>
                            <p:childTnLst>
                              <p:par>
                                <p:cTn id="52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120"/>
                            </p:stCondLst>
                            <p:childTnLst>
                              <p:par>
                                <p:cTn id="55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130"/>
                            </p:stCondLst>
                            <p:childTnLst>
                              <p:par>
                                <p:cTn id="58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140"/>
                            </p:stCondLst>
                            <p:childTnLst>
                              <p:par>
                                <p:cTn id="61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150"/>
                            </p:stCondLst>
                            <p:childTnLst>
                              <p:par>
                                <p:cTn id="64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160"/>
                            </p:stCondLst>
                            <p:childTnLst>
                              <p:par>
                                <p:cTn id="67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170"/>
                            </p:stCondLst>
                            <p:childTnLst>
                              <p:par>
                                <p:cTn id="70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180"/>
                            </p:stCondLst>
                            <p:childTnLst>
                              <p:par>
                                <p:cTn id="73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190"/>
                            </p:stCondLst>
                            <p:childTnLst>
                              <p:par>
                                <p:cTn id="76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200"/>
                            </p:stCondLst>
                            <p:childTnLst>
                              <p:par>
                                <p:cTn id="79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210"/>
                            </p:stCondLst>
                            <p:childTnLst>
                              <p:par>
                                <p:cTn id="82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220"/>
                            </p:stCondLst>
                            <p:childTnLst>
                              <p:par>
                                <p:cTn id="85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230"/>
                            </p:stCondLst>
                            <p:childTnLst>
                              <p:par>
                                <p:cTn id="88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240"/>
                            </p:stCondLst>
                            <p:childTnLst>
                              <p:par>
                                <p:cTn id="91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250"/>
                            </p:stCondLst>
                            <p:childTnLst>
                              <p:par>
                                <p:cTn id="94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260"/>
                            </p:stCondLst>
                            <p:childTnLst>
                              <p:par>
                                <p:cTn id="97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4270"/>
                            </p:stCondLst>
                            <p:childTnLst>
                              <p:par>
                                <p:cTn id="100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4280"/>
                            </p:stCondLst>
                            <p:childTnLst>
                              <p:par>
                                <p:cTn id="103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290"/>
                            </p:stCondLst>
                            <p:childTnLst>
                              <p:par>
                                <p:cTn id="106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300"/>
                            </p:stCondLst>
                            <p:childTnLst>
                              <p:par>
                                <p:cTn id="109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4310"/>
                            </p:stCondLst>
                            <p:childTnLst>
                              <p:par>
                                <p:cTn id="112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4320"/>
                            </p:stCondLst>
                            <p:childTnLst>
                              <p:par>
                                <p:cTn id="115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330"/>
                            </p:stCondLst>
                            <p:childTnLst>
                              <p:par>
                                <p:cTn id="118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4340"/>
                            </p:stCondLst>
                            <p:childTnLst>
                              <p:par>
                                <p:cTn id="121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4350"/>
                            </p:stCondLst>
                            <p:childTnLst>
                              <p:par>
                                <p:cTn id="124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4360"/>
                            </p:stCondLst>
                            <p:childTnLst>
                              <p:par>
                                <p:cTn id="127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4370"/>
                            </p:stCondLst>
                            <p:childTnLst>
                              <p:par>
                                <p:cTn id="130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4380"/>
                            </p:stCondLst>
                            <p:childTnLst>
                              <p:par>
                                <p:cTn id="133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4390"/>
                            </p:stCondLst>
                            <p:childTnLst>
                              <p:par>
                                <p:cTn id="136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400"/>
                            </p:stCondLst>
                            <p:childTnLst>
                              <p:par>
                                <p:cTn id="139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4410"/>
                            </p:stCondLst>
                            <p:childTnLst>
                              <p:par>
                                <p:cTn id="142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4420"/>
                            </p:stCondLst>
                            <p:childTnLst>
                              <p:par>
                                <p:cTn id="145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4430"/>
                            </p:stCondLst>
                            <p:childTnLst>
                              <p:par>
                                <p:cTn id="148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4440"/>
                            </p:stCondLst>
                            <p:childTnLst>
                              <p:par>
                                <p:cTn id="151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4450"/>
                            </p:stCondLst>
                            <p:childTnLst>
                              <p:par>
                                <p:cTn id="154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4460"/>
                            </p:stCondLst>
                            <p:childTnLst>
                              <p:par>
                                <p:cTn id="157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4470"/>
                            </p:stCondLst>
                            <p:childTnLst>
                              <p:par>
                                <p:cTn id="160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4480"/>
                            </p:stCondLst>
                            <p:childTnLst>
                              <p:par>
                                <p:cTn id="163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4490"/>
                            </p:stCondLst>
                            <p:childTnLst>
                              <p:par>
                                <p:cTn id="166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4500"/>
                            </p:stCondLst>
                            <p:childTnLst>
                              <p:par>
                                <p:cTn id="169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4510"/>
                            </p:stCondLst>
                            <p:childTnLst>
                              <p:par>
                                <p:cTn id="172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4520"/>
                            </p:stCondLst>
                            <p:childTnLst>
                              <p:par>
                                <p:cTn id="175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4530"/>
                            </p:stCondLst>
                            <p:childTnLst>
                              <p:par>
                                <p:cTn id="178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4540"/>
                            </p:stCondLst>
                            <p:childTnLst>
                              <p:par>
                                <p:cTn id="181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4550"/>
                            </p:stCondLst>
                            <p:childTnLst>
                              <p:par>
                                <p:cTn id="184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4560"/>
                            </p:stCondLst>
                            <p:childTnLst>
                              <p:par>
                                <p:cTn id="187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4570"/>
                            </p:stCondLst>
                            <p:childTnLst>
                              <p:par>
                                <p:cTn id="190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4580"/>
                            </p:stCondLst>
                            <p:childTnLst>
                              <p:par>
                                <p:cTn id="193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4590"/>
                            </p:stCondLst>
                            <p:childTnLst>
                              <p:par>
                                <p:cTn id="196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4600"/>
                            </p:stCondLst>
                            <p:childTnLst>
                              <p:par>
                                <p:cTn id="199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4610"/>
                            </p:stCondLst>
                            <p:childTnLst>
                              <p:par>
                                <p:cTn id="202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4620"/>
                            </p:stCondLst>
                            <p:childTnLst>
                              <p:par>
                                <p:cTn id="205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4630"/>
                            </p:stCondLst>
                            <p:childTnLst>
                              <p:par>
                                <p:cTn id="208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4640"/>
                            </p:stCondLst>
                            <p:childTnLst>
                              <p:par>
                                <p:cTn id="211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4650"/>
                            </p:stCondLst>
                            <p:childTnLst>
                              <p:par>
                                <p:cTn id="214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4660"/>
                            </p:stCondLst>
                            <p:childTnLst>
                              <p:par>
                                <p:cTn id="217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4670"/>
                            </p:stCondLst>
                            <p:childTnLst>
                              <p:par>
                                <p:cTn id="220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4680"/>
                            </p:stCondLst>
                            <p:childTnLst>
                              <p:par>
                                <p:cTn id="223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4690"/>
                            </p:stCondLst>
                            <p:childTnLst>
                              <p:par>
                                <p:cTn id="226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4700"/>
                            </p:stCondLst>
                            <p:childTnLst>
                              <p:par>
                                <p:cTn id="229" presetID="1" presetClass="exit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4710"/>
                            </p:stCondLst>
                            <p:childTnLst>
                              <p:par>
                                <p:cTn id="2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3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7710"/>
                            </p:stCondLst>
                            <p:childTnLst>
                              <p:par>
                                <p:cTn id="2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8710"/>
                            </p:stCondLst>
                            <p:childTnLst>
                              <p:par>
                                <p:cTn id="242" presetID="8" presetClass="emph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Rot by="216000000">
                                      <p:cBhvr>
                                        <p:cTn id="243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4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0182 0.01783 L -0.00182 0.01783 C 0.03594 -0.00324 0.11836 -0.03241 0.07787 -0.17384 C 0.05755 -0.24467 -0.00338 -0.24051 -0.04401 -0.27361 C -0.06693 -0.15486 -0.16823 0.00556 -0.1125 0.08287 C -0.04961 0.17037 0.16029 0.0625 0.11432 -0.0537 C 0.06354 -0.18241 -0.06185 -0.02592 -0.15 -0.01204 C -0.10937 0.09283 -0.09974 0.30347 -0.02812 0.30301 C 0.04531 0.30255 0.1418 0.09491 0.1013 -0.01366 C 0.04818 -0.15602 -0.0875 -0.07708 -0.1819 -0.10879 C -0.1987 0.06181 -0.31927 0.32431 -0.23242 0.40301 C 0.38203 0.95926 0.28659 0.41088 0.2569 0.03634 C 0.16693 0.13241 -0.0599 0.15764 -0.01315 0.32454 C 0.04492 0.53171 0.24167 0.46435 0.37122 0.44468 C 0.40456 0.43959 0.36875 0.3257 0.36745 0.26621 C 0.32344 0.35741 0.18659 0.45625 0.23529 0.53959 C 0.29219 0.63681 0.39792 0.50787 0.46406 0.43125 C 0.48503 0.40695 0.39948 0.29607 0.41341 0.33287 C 0.44688 0.42176 0.48659 0.50301 0.52318 0.58796 C 0.52617 0.51736 0.53151 0.44699 0.53242 0.37616 C 0.53255 0.37222 0.52669 0.37593 0.52591 0.37963 C 0.52318 0.39283 0.52318 0.4213 0.52318 0.4213 L 0.525 0.4213 " pathEditMode="relative" ptsTypes="AAAAAAAAAAAAAAAAAAAAAAA">
                                      <p:cBhvr>
                                        <p:cTn id="245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6" presetID="0" presetClass="pat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7888 -0.03657 L 0.7888 -0.03657 C 0.78646 -0.01389 0.77617 0.02685 0.79479 0.04421 C 0.80325 0.05208 0.8138 0.04653 0.82331 0.04769 C 0.83984 0.03542 0.85885 0.03079 0.87265 0.01088 C 0.90182 -0.03125 0.90924 -0.08287 0.87265 -0.12245 C 0.85781 -0.13866 0.83854 -0.13518 0.82135 -0.14167 C 0.80625 -0.13657 0.78789 -0.14352 0.77604 -0.12592 C 0.74909 -0.08634 0.78802 0.00301 0.80065 0.0162 C 0.8263 0.04283 0.85794 0.04421 0.88659 0.05833 C 0.9401 0.04445 0.99192 0.07083 1.01679 -0.02592 C 1.02187 -0.0456 1.01875 -0.06921 1.01979 -0.09097 C 1.01745 -0.10555 1.01745 -0.12199 1.01289 -0.13472 C 1.01028 -0.14167 1.00364 -0.15046 1 -0.14514 C 0.9914 -0.13264 0.98945 -0.11018 0.98424 -0.09259 C 0.9776 -0.04282 0.96237 -0.00509 0.99219 0.03357 C 1.00143 0.0456 1.01458 0.04306 1.02565 0.04769 C 1.03528 0.04074 1.04635 0.03843 1.05429 0.02662 C 1.06146 0.0162 1.05937 -0.02384 1.05729 -0.03472 C 1.05651 -0.03866 1.05338 -0.03935 1.05143 -0.04167 C 1.05039 -0.04051 1.04883 -0.04028 1.04844 -0.03819 C 1.04192 -0.00625 1.04245 -0.0081 1.04245 0.01435 L 1.05833 -0.00139 " pathEditMode="relative" ptsTypes="AAAAAAAAAAAAAAAAAAAAAAA">
                                      <p:cBhvr>
                                        <p:cTn id="24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8" presetID="8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216000000">
                                      <p:cBhvr>
                                        <p:cTn id="24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A1CF05A-E738-B651-17F4-822DDB5FC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DF413F72-710F-4D02-3DDA-956106B81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037" y="3623333"/>
            <a:ext cx="3260437" cy="223654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A32DA8E8-A7AD-B232-60A1-71003DFD0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357411">
            <a:off x="2997014" y="3820281"/>
            <a:ext cx="438919" cy="1342728"/>
          </a:xfrm>
          <a:prstGeom prst="rect">
            <a:avLst/>
          </a:prstGeom>
        </p:spPr>
      </p:pic>
      <p:sp>
        <p:nvSpPr>
          <p:cNvPr id="5" name="对话气泡: 矩形 4">
            <a:extLst>
              <a:ext uri="{FF2B5EF4-FFF2-40B4-BE49-F238E27FC236}">
                <a16:creationId xmlns:a16="http://schemas.microsoft.com/office/drawing/2014/main" xmlns="" id="{FF9D7A2C-29FE-8A0D-5E5C-9C5D21D3959C}"/>
              </a:ext>
            </a:extLst>
          </p:cNvPr>
          <p:cNvSpPr/>
          <p:nvPr/>
        </p:nvSpPr>
        <p:spPr>
          <a:xfrm>
            <a:off x="2335535" y="5859878"/>
            <a:ext cx="1938153" cy="716310"/>
          </a:xfrm>
          <a:prstGeom prst="wedgeRectCallout">
            <a:avLst>
              <a:gd name="adj1" fmla="val 88904"/>
              <a:gd name="adj2" fmla="val -2526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How old are you?</a:t>
            </a:r>
          </a:p>
          <a:p>
            <a:pPr algn="ctr"/>
            <a:r>
              <a:rPr lang="zh-CN" altLang="en-US" dirty="0"/>
              <a:t>（怎么老是你）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D4D55519-392E-B766-731F-EE469F2FD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874" y="3775733"/>
            <a:ext cx="1076721" cy="2001486"/>
          </a:xfrm>
          <a:prstGeom prst="rect">
            <a:avLst/>
          </a:prstGeom>
        </p:spPr>
      </p:pic>
      <p:sp>
        <p:nvSpPr>
          <p:cNvPr id="7" name="对话气泡: 矩形 6">
            <a:extLst>
              <a:ext uri="{FF2B5EF4-FFF2-40B4-BE49-F238E27FC236}">
                <a16:creationId xmlns:a16="http://schemas.microsoft.com/office/drawing/2014/main" xmlns="" id="{F62D3CA0-2977-1FF2-55E5-C3F37C8F7638}"/>
              </a:ext>
            </a:extLst>
          </p:cNvPr>
          <p:cNvSpPr/>
          <p:nvPr/>
        </p:nvSpPr>
        <p:spPr>
          <a:xfrm>
            <a:off x="2247396" y="998122"/>
            <a:ext cx="1938153" cy="716310"/>
          </a:xfrm>
          <a:prstGeom prst="wedgeRectCallout">
            <a:avLst>
              <a:gd name="adj1" fmla="val -18490"/>
              <a:gd name="adj2" fmla="val 39566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Because I`m NOOOOOOOB</a:t>
            </a:r>
            <a:endParaRPr lang="zh-CN" altLang="en-US" dirty="0"/>
          </a:p>
        </p:txBody>
      </p:sp>
      <p:sp>
        <p:nvSpPr>
          <p:cNvPr id="8" name="对话气泡: 矩形 7">
            <a:extLst>
              <a:ext uri="{FF2B5EF4-FFF2-40B4-BE49-F238E27FC236}">
                <a16:creationId xmlns:a16="http://schemas.microsoft.com/office/drawing/2014/main" xmlns="" id="{4CBF8257-6A9A-3FCC-94FC-0613F8C4896E}"/>
              </a:ext>
            </a:extLst>
          </p:cNvPr>
          <p:cNvSpPr/>
          <p:nvPr/>
        </p:nvSpPr>
        <p:spPr>
          <a:xfrm>
            <a:off x="8944481" y="3839156"/>
            <a:ext cx="1938153" cy="716310"/>
          </a:xfrm>
          <a:prstGeom prst="wedgeRectCallout">
            <a:avLst>
              <a:gd name="adj1" fmla="val -137058"/>
              <a:gd name="adj2" fmla="val -5280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Crab </a:t>
            </a:r>
            <a:r>
              <a:rPr lang="en-US" altLang="zh-CN" dirty="0" err="1"/>
              <a:t>crab</a:t>
            </a:r>
            <a:r>
              <a:rPr lang="en-US" altLang="zh-CN" dirty="0"/>
              <a:t> mud</a:t>
            </a:r>
          </a:p>
          <a:p>
            <a:pPr algn="ctr"/>
            <a:r>
              <a:rPr lang="zh-CN" altLang="en-US" dirty="0"/>
              <a:t>（蟹蟹泥）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292520E3-83C6-B9DD-0656-9D1280DDBE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1420" y="3533648"/>
            <a:ext cx="917480" cy="57253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DE0BDAF1-266B-D534-87B0-FE914F2F22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024" y="3919109"/>
            <a:ext cx="917480" cy="57253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FFE93F34-658C-FC5F-6313-91F510CD9A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60" y="3801122"/>
            <a:ext cx="917480" cy="57253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xmlns="" id="{30D09664-5435-E126-686F-214E7C7407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2612" y="4410495"/>
            <a:ext cx="917480" cy="57253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xmlns="" id="{AC609B8C-15F5-79AF-F127-1D5AAA4615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6686" y="4983689"/>
            <a:ext cx="917480" cy="57253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xmlns="" id="{C4651EBB-4285-682E-2160-9968E30FF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204" y="4414019"/>
            <a:ext cx="917480" cy="57253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xmlns="" id="{891D3E15-5C7B-415A-221B-131000FD59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0290" y="4938596"/>
            <a:ext cx="917480" cy="57253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xmlns="" id="{C69561A2-A256-BC72-C76F-1E21E325A0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825" y="5221340"/>
            <a:ext cx="917480" cy="572536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xmlns="" id="{26AF9508-ADBC-F3DE-2D9A-29AC6C106F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102" y="4626564"/>
            <a:ext cx="917480" cy="57253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xmlns="" id="{9B460D7B-DF29-61F3-5DF5-A2DBC90C79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5849" y="4093003"/>
            <a:ext cx="917480" cy="572536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371A1A6F-95BC-A6B8-E883-1982180D1E71}"/>
              </a:ext>
            </a:extLst>
          </p:cNvPr>
          <p:cNvSpPr/>
          <p:nvPr/>
        </p:nvSpPr>
        <p:spPr>
          <a:xfrm>
            <a:off x="5355275" y="139318"/>
            <a:ext cx="5879805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于是，小人又出了医院，他又变强了一点</a:t>
            </a:r>
          </a:p>
        </p:txBody>
      </p:sp>
    </p:spTree>
    <p:extLst>
      <p:ext uri="{BB962C8B-B14F-4D97-AF65-F5344CB8AC3E}">
        <p14:creationId xmlns:p14="http://schemas.microsoft.com/office/powerpoint/2010/main" val="362177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16"/>
    </mc:Choice>
    <mc:Fallback xmlns="">
      <p:transition spd="slow" advTm="170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0" presetClass="path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182 0.0007 L -0.00182 0.0007 C -0.12656 -0.02476 -0.17096 -0.03958 -0.30091 -0.04097 C -0.3069 -0.04097 -0.3121 -0.0331 -0.31783 -0.02916 C -0.31093 -0.01759 -0.30664 0.0044 -0.29713 0.00579 C -0.21731 0.0176 -0.21458 -0.01574 -0.16028 -0.09583 C -0.17187 -0.11967 -0.17916 -0.15347 -0.19505 -0.16759 C -0.26302 -0.22801 -0.25781 -0.0206 -0.26341 0.01899 C -0.22474 0.05695 -0.19114 0.14098 -0.14713 0.13241 C 0.00925 0.10186 -0.04492 -0.00601 -0.07408 -0.09097 C -0.10599 -0.02245 -0.1289 0.03635 -0.18658 0.06574 C -0.22434 0.08519 -0.26523 0.06459 -0.30468 0.06412 C -0.26002 -0.08356 -0.27981 -0.05092 -0.21562 -0.15254 C -0.21484 -0.1537 -0.2138 -0.15138 -0.21276 -0.15092 C -0.20638 -0.02268 -0.21731 0.01019 -0.15377 0.10741 C -0.14856 0.11528 -0.14375 0.09074 -0.1388 0.08241 C -0.13671 0.04653 -0.1125 -0.09768 -0.16692 -0.10926 C -0.19557 -0.11527 -0.22187 -0.07801 -0.24934 -0.0625 C -0.24661 -0.02199 -0.26171 0.04167 -0.24088 0.05903 C -0.08437 0.19144 -0.0664 0.17223 0.03568 0.1257 C -0.11705 0.01713 -0.15364 0.00394 -0.30182 -0.1625 C -0.30807 -0.16967 -0.30742 -0.18703 -0.31028 -0.19907 C -0.32343 -0.0956 -0.33789 -0.03935 -0.29153 0.07732 C -0.28307 0.09862 -0.26276 0.06852 -0.24843 0.06412 C -0.24218 0.04352 -0.23346 0.02477 -0.22968 0.00255 C -0.22877 -0.00277 -0.2345 -0.01365 -0.23619 -0.00926 C -0.24609 0.01574 -0.25065 0.0463 -0.25781 0.07408 C -0.21849 0.10741 -0.1832 0.17755 -0.13971 0.17408 C -0.10286 0.17107 -0.06224 0.11968 -0.05065 0.05741 C -0.0427 0.01505 -0.08033 -0.01504 -0.09843 -0.04583 C -0.14218 -0.1206 -0.15703 -0.12037 -0.21093 -0.15763 C -0.22018 -0.15208 -0.24934 -0.14351 -0.22591 -0.10092 C -0.17174 -0.00231 -0.16171 -0.00671 -0.10781 0.01412 C -0.12252 0.01968 -0.13789 0.02107 -0.15182 0.03079 C -0.16263 0.0382 -0.18229 0.08449 -0.18099 0.06412 C -0.17838 0.02362 -0.15768 -0.00625 -0.14713 -0.04259 C -0.1358 -0.08194 -0.12591 -0.12245 -0.11536 -0.1625 C -0.10963 -0.15648 -0.09427 -0.15324 -0.09843 -0.14421 C -0.11106 -0.11736 -0.13177 -0.1074 -0.14908 -0.09097 C -0.24869 0.00463 -0.17955 -0.07013 -0.21849 -0.02754 C -0.21979 -0.02037 -0.22174 -0.01435 -0.2138 -0.00926 C -0.18958 0.00602 -0.16432 0.01528 -0.13971 0.02732 L -0.11341 0.0257 C -0.10143 0.02153 -0.09492 0.00579 -0.08255 0.00417 C -0.06132 0.00139 -0.03997 0.00301 -0.01875 0.00255 C -0.01692 0.0007 -0.0151 -0.00138 -0.01315 -0.00254 C -0.01158 -0.00347 -0.01002 -0.00347 -0.00846 -0.00416 C -0.00755 -0.00463 -0.00651 -0.00532 -0.00559 -0.00578 C -0.00533 -0.00416 -0.00507 -0.00254 -0.00468 -0.00092 C -0.0026 0.00649 -0.00234 0.00047 -0.00182 0.0007 Z " pathEditMode="relative" ptsTypes="AAAAAAAAAAAAAAAAAAAAAAAAAAAAAAAAAAAAAAAAAAAAAAAA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0"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500"/>
                            </p:stCondLst>
                            <p:childTnLst>
                              <p:par>
                                <p:cTn id="18" presetID="0" presetClass="path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013 0.00023 L -0.0013 0.00023 C -0.00325 -0.02222 -0.00547 -0.04421 -0.0069 -0.06667 C -0.00755 -0.07592 -0.00742 -0.08542 -0.00794 -0.09491 C -0.00833 -0.10208 -0.00924 -0.10926 -0.00976 -0.11667 C -0.01054 -0.12824 -0.01107 -0.13981 -0.01159 -0.15162 C -0.01041 -0.1787 -0.00963 -0.22778 -0.00416 -0.25671 C -0.00234 -0.2662 0.00117 -0.27477 0.0043 -0.28333 C 0.01055 -0.30023 0.01589 -0.31898 0.02396 -0.33333 C 0.02683 -0.33819 0.0293 -0.34398 0.03242 -0.34838 C 0.04024 -0.35949 0.05521 -0.37963 0.06615 -0.39005 C 0.06771 -0.39143 0.06927 -0.39213 0.07084 -0.39329 C 0.07344 -0.39537 0.08308 -0.40463 0.08685 -0.40671 C 0.09544 -0.41111 0.10925 -0.41204 0.1168 -0.41319 C 0.17878 -0.40625 0.17044 -0.42083 0.20495 -0.39329 C 0.20599 -0.39259 0.2069 -0.3912 0.20768 -0.39005 C 0.25235 -0.31875 0.1737 -0.44143 0.22175 -0.36667 C 0.22487 -0.35602 0.22722 -0.34444 0.23112 -0.33495 C 0.24063 -0.31273 0.23542 -0.32662 0.24518 -0.29167 C 0.2474 -0.2838 0.24987 -0.27639 0.25183 -0.26829 C 0.25703 -0.24583 0.26185 -0.22685 0.26498 -0.20162 C 0.26589 -0.19375 0.26667 -0.18588 0.26771 -0.17824 C 0.26914 -0.16875 0.27097 -0.15949 0.2724 -0.15 C 0.27357 -0.14282 0.27409 -0.13542 0.27526 -0.12824 C 0.27604 -0.12315 0.27735 -0.11829 0.27813 -0.11319 C 0.28008 -0.09954 0.28177 -0.08542 0.28373 -0.07153 C 0.28464 -0.06435 0.28646 -0.05 0.28646 -0.05 C 0.28685 -0.04329 0.28698 -0.03657 0.2875 -0.02986 C 0.28763 -0.02755 0.28828 -0.02546 0.28841 -0.02315 C 0.28854 -0.01713 0.28841 -0.01111 0.28841 -0.00486 L 0.28841 -0.00486 " pathEditMode="relative" ptsTypes="AAAAAAAAAAAAAAAAAAAAAAAAAAAAAAA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8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5100000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25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5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75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10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250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15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1750"/>
                            </p:stCondLst>
                            <p:childTnLst>
                              <p:par>
                                <p:cTn id="6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2000"/>
                            </p:stCondLst>
                            <p:childTnLst>
                              <p:par>
                                <p:cTn id="7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2250"/>
                            </p:stCondLst>
                            <p:childTnLst>
                              <p:par>
                                <p:cTn id="8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2500"/>
                            </p:stCondLst>
                            <p:childTnLst>
                              <p:par>
                                <p:cTn id="87" presetID="42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0"/>
                            </p:stCondLst>
                            <p:childTnLst>
                              <p:par>
                                <p:cTn id="9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646 -0.00162 L 0.28646 -0.00162 C 0.27149 -0.04606 0.26029 -0.0956 0.24141 -0.13495 C 0.21055 -0.19977 0.13828 -0.31157 0.13828 -0.31157 C 0.13959 -0.32106 0.13724 -0.33542 0.14206 -0.34005 C 0.19089 -0.38704 0.21927 -0.37731 0.2724 -0.37986 C 0.2793 -0.36829 0.28946 -0.36065 0.29297 -0.34491 C 0.30925 -0.27222 0.28893 -0.21389 0.26953 -0.15 C 0.25729 -0.10972 0.2474 -0.06389 0.22735 -0.03495 C 0.21315 -0.01458 0.1918 -0.01944 0.17396 -0.0118 C 0.13438 -0.03287 0.10326 -0.03333 0.0793 -0.1 C 0.07357 -0.11574 0.07617 -0.1368 0.07461 -0.15509 C 0.07865 -0.17106 0.07865 -0.19329 0.08672 -0.20324 C 0.12969 -0.25671 0.22005 -0.25092 0.25925 -0.25671 C 0.27826 -0.25 0.29805 -0.24792 0.31641 -0.23657 C 0.36393 -0.20764 0.33789 -0.20764 0.36797 -0.18009 C 0.37149 -0.17685 0.37552 -0.17662 0.3793 -0.175 C 0.38607 -0.17616 0.39323 -0.175 0.39987 -0.17824 C 0.42422 -0.19097 0.44401 -0.21574 0.4655 -0.23842 C 0.48164 -0.27662 0.47865 -0.25995 0.48334 -0.3 C 0.48347 -0.30116 0.48334 -0.30208 0.48334 -0.30324 L 0.56393 -0.375 L 0.48425 -0.34653 C 0.5211 -0.31389 0.47305 -0.35486 0.52175 -0.31991 C 0.54701 -0.30185 0.53268 -0.30185 0.56589 -0.29005 C 0.57722 -0.28588 0.62305 -0.27986 0.63425 -0.27824 C 0.63776 -0.27662 0.64141 -0.27639 0.64453 -0.27338 C 0.64636 -0.27153 0.64792 -0.26852 0.64831 -0.26505 C 0.65052 -0.24699 0.65078 -0.22824 0.65209 -0.20995 C 0.64987 -0.19768 0.65039 -0.18264 0.64558 -0.17338 C 0.63347 -0.15023 0.61328 -0.17176 0.60235 -0.17824 C 0.59649 -0.19329 0.58815 -0.20602 0.58464 -0.22338 C 0.57696 -0.26042 0.57526 -0.3081 0.59492 -0.33657 C 0.6069 -0.35417 0.62266 -0.36111 0.63711 -0.37153 C 0.64805 -0.37963 0.65951 -0.38565 0.67084 -0.39167 C 0.72357 -0.41944 0.63138 -0.36481 0.69336 -0.40162 C 0.70143 -0.40648 0.70951 -0.41204 0.71771 -0.41667 C 0.72735 -0.42199 0.74675 -0.43148 0.74675 -0.43148 C 0.74974 -0.43032 0.77761 -0.41852 0.78151 -0.41505 C 0.7836 -0.41296 0.78438 -0.4081 0.7862 -0.40486 C 0.78698 -0.40347 0.78802 -0.40278 0.78893 -0.40162 C 0.79401 -0.38819 0.78737 -0.4044 0.79362 -0.39329 C 0.79571 -0.38958 0.79714 -0.38495 0.79922 -0.38171 C 0.80169 -0.37778 0.81068 -0.37106 0.81237 -0.36991 C 0.81276 -0.36967 0.81302 -0.36991 0.81341 -0.36991 L 0.80586 -0.36829 " pathEditMode="relative" ptsTypes="AAAAAAAAAAAAAAAAAAAAAAAAAAAAAAAAAAAAAAAAAAAAAA">
                                      <p:cBhvr>
                                        <p:cTn id="9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63A789E-C6C1-32B0-95CD-B81029A5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4400A191-6468-545B-A937-048B0924F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201" y="581569"/>
            <a:ext cx="126236" cy="109987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F5829CD1-B639-FFFD-269E-0B5272154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7183" y="1851429"/>
            <a:ext cx="685592" cy="5787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4E423379-F0E5-CBC3-BC3D-C17ABBD7F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511" y="2947736"/>
            <a:ext cx="615053" cy="175958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99684462-50B6-8A47-1C48-EFCF1A50A4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003" y="2662895"/>
            <a:ext cx="500857" cy="153220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xmlns="" id="{25B1B9CD-8A37-2DAA-097E-0649FC51F209}"/>
              </a:ext>
            </a:extLst>
          </p:cNvPr>
          <p:cNvSpPr/>
          <p:nvPr/>
        </p:nvSpPr>
        <p:spPr>
          <a:xfrm>
            <a:off x="5355275" y="139318"/>
            <a:ext cx="5879805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小人找到了木棍和铁皮。。。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D43F4A72-BDD6-052E-E61C-4FC5E2CFB2BA}"/>
              </a:ext>
            </a:extLst>
          </p:cNvPr>
          <p:cNvSpPr/>
          <p:nvPr/>
        </p:nvSpPr>
        <p:spPr>
          <a:xfrm>
            <a:off x="959738" y="5597645"/>
            <a:ext cx="5879805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并制作了铲子。。。这下他不怕菜王了</a:t>
            </a:r>
          </a:p>
        </p:txBody>
      </p:sp>
    </p:spTree>
    <p:extLst>
      <p:ext uri="{BB962C8B-B14F-4D97-AF65-F5344CB8AC3E}">
        <p14:creationId xmlns:p14="http://schemas.microsoft.com/office/powerpoint/2010/main" val="1803957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81"/>
    </mc:Choice>
    <mc:Fallback xmlns="">
      <p:transition spd="slow" advTm="127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78 0.00509 L 0.00378 0.00509 C -0.01679 -0.00949 -0.03711 -0.02546 -0.05807 -0.03843 C -0.07148 -0.04676 -0.08502 -0.05463 -0.0983 -0.06343 C -0.11692 -0.07569 -0.13515 -0.08912 -0.15364 -0.10162 L -0.19296 -0.12847 C -0.26744 -0.17824 -0.19231 -0.12708 -0.24739 -0.16505 C -0.25546 -0.1706 -0.2638 -0.17593 -0.27174 -0.18171 C -0.28086 -0.18843 -0.29075 -0.19213 -0.29895 -0.20185 C -0.32252 -0.22963 -0.29661 -0.20023 -0.32526 -0.22847 C -0.3332 -0.23634 -0.33515 -0.2412 -0.34296 -0.24676 C -0.34609 -0.24884 -0.34934 -0.24954 -0.35234 -0.25185 C -0.35533 -0.25394 -0.35794 -0.25741 -0.3608 -0.26019 C -0.36393 -0.26296 -0.36705 -0.26574 -0.37018 -0.26852 C -0.39036 -0.28542 -0.36588 -0.26412 -0.38893 -0.28171 C -0.39218 -0.28426 -0.39531 -0.28704 -0.3983 -0.29005 C -0.40026 -0.29213 -0.40195 -0.29514 -0.4039 -0.29676 C -0.40546 -0.29792 -0.40703 -0.29792 -0.40859 -0.29838 C -0.40989 -0.29954 -0.41119 -0.30046 -0.41237 -0.30185 C -0.41367 -0.30324 -0.41471 -0.30556 -0.41614 -0.30671 C -0.41796 -0.30833 -0.41992 -0.3088 -0.42174 -0.31019 C -0.42304 -0.31111 -0.42421 -0.31227 -0.42552 -0.31343 L -0.42734 -0.31505 L -0.42734 -0.31505 " pathEditMode="relative" ptsTypes="AAAAAAAAAAAAAAAAAAAAAA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898 0.00371 0.05143 0.02454 0.07122 0.02824 C 0.07982 0.02986 0.14388 0.03936 0.15456 0.03982 L 0.21185 0.04329 C 0.22083 0.04445 0.22995 0.04422 0.23893 0.04653 C 0.24505 0.04815 0.25078 0.05278 0.25677 0.05486 C 0.26328 0.05718 0.26992 0.05811 0.27643 0.05996 L 0.30456 0.06829 C 0.31484 0.07107 0.34557 0.07894 0.35612 0.07986 C 0.37773 0.08195 0.42083 0.08334 0.42083 0.08334 C 0.4306 0.08542 0.44023 0.0882 0.44987 0.09005 C 0.45534 0.09098 0.48841 0.09306 0.49114 0.09329 C 0.50026 0.09491 0.5095 0.09468 0.51836 0.09838 C 0.52122 0.09931 0.52396 0.10093 0.52682 0.10162 C 0.53581 0.10371 0.54492 0.1044 0.55404 0.10672 C 0.57891 0.11297 0.59049 0.11968 0.61302 0.12176 C 0.63242 0.12338 0.67122 0.125 0.67122 0.125 C 0.67799 0.12616 0.68489 0.12709 0.6918 0.12824 C 0.69336 0.12871 0.69492 0.12986 0.69648 0.1301 C 0.70651 0.13056 0.71654 0.1301 0.72643 0.1301 L 0.72747 0.12824 " pathEditMode="relative" ptsTypes="AAAAAAAAAAAAAAAAAAAAAA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898 0.00371 0.05143 0.02454 0.07122 0.02824 C 0.07982 0.02986 0.14388 0.03936 0.15456 0.03982 L 0.21185 0.04329 C 0.22083 0.04445 0.22995 0.04422 0.23893 0.04653 C 0.24505 0.04815 0.25078 0.05278 0.25677 0.05486 C 0.26328 0.05718 0.26992 0.05811 0.27643 0.05996 L 0.30456 0.06829 C 0.31484 0.07107 0.34557 0.07894 0.35612 0.07986 C 0.37773 0.08195 0.42083 0.08334 0.42083 0.08334 C 0.4306 0.08542 0.44023 0.0882 0.44987 0.09005 C 0.45534 0.09098 0.48841 0.09306 0.49114 0.09329 C 0.50026 0.09491 0.5095 0.09468 0.51836 0.09838 C 0.52122 0.09931 0.52396 0.10093 0.52682 0.10162 C 0.53581 0.10371 0.54492 0.1044 0.55404 0.10672 C 0.57891 0.11297 0.59049 0.11968 0.61302 0.12176 C 0.63242 0.12338 0.67122 0.125 0.67122 0.125 C 0.67799 0.12616 0.68489 0.12709 0.6918 0.12824 C 0.69336 0.12871 0.69492 0.12986 0.69648 0.1301 C 0.70651 0.13056 0.71654 0.1301 0.72643 0.1301 L 0.72747 0.12824 " pathEditMode="relative" ptsTypes="AAAAAAAAAAAAAAAAAAAAAA">
                                      <p:cBhvr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6237 -0.03773 -0.09597 -0.06181 -0.17435 -0.07338 C -0.25222 -0.08472 -0.3306 -0.07778 -0.40873 -0.0801 C -0.48776 -0.04885 -0.57422 -0.05371 -0.64583 0.01342 C -0.67474 0.04028 -0.69271 0.1206 -0.68151 0.175 C -0.6655 0.25208 -0.61276 0.28495 -0.57839 0.34004 C -0.53086 0.32754 -0.22175 0.32037 -0.16211 0.1199 C -0.14492 0.06227 -0.19518 0.01134 -0.21927 -0.01505 L -0.69844 0.08495 L -0.61302 0.08333 C -0.61654 0.10602 -0.62604 0.12847 -0.62344 0.15162 C -0.59688 0.37662 -0.5931 0.33078 -0.48646 0.40995 C -0.42748 0.38773 -0.36537 0.38333 -0.30938 0.34328 C -0.28268 0.3243 -0.25508 0.28703 -0.24649 0.23842 C -0.22904 0.13912 -0.32891 -0.06204 -0.35248 -0.08658 C -0.4237 -0.16135 -0.50807 -0.18658 -0.58594 -0.23658 C -0.7362 -0.21574 -0.95391 -0.29815 -1.02826 0.04676 C -1.04714 0.13449 -1.03568 0.25856 -0.99727 0.32338 C -0.94388 0.41342 -0.85794 0.40879 -0.78841 0.45162 C -0.59701 0.3875 -0.38893 0.38773 -0.24466 0.10509 C -0.21563 0.04815 -0.23281 -0.04722 -0.22682 -0.12338 C -0.38932 -0.30972 -0.47917 -0.51227 -0.70026 -0.32963 C -0.7888 -0.25672 -0.83763 -0.08334 -0.90638 0.04004 C -0.86667 0.19328 -0.86914 0.41412 -0.7875 0.5 C -0.46445 0.83865 -0.28255 0.66643 0.01601 0.52824 C 0.0457 0.45278 0.10495 0.39375 0.10508 0.30162 C 0.10573 -0.12199 -0.06849 -0.12593 -0.23802 -0.25 C -0.47018 -0.14236 -0.75703 -0.15602 -0.8099 0.4199 C -0.82695 0.60578 -0.7362 0.77315 -0.69935 0.95 C -0.32175 0.91296 -0.1013 1.00532 0.20729 0.49004 C 0.27435 0.37778 0.26289 0.17778 0.29075 0.02176 C 0.05026 -0.32917 -0.04206 -0.61829 -0.38906 -0.53635 C -0.5224 -0.50486 -0.63646 -0.34861 -0.76029 -0.25486 C -0.79063 -0.07662 -0.88099 0.10139 -0.85104 0.27986 C -0.74792 0.89653 -0.40261 0.60416 -0.19779 0.5449 C -0.12057 0.41944 0.02357 0.35347 0.03385 0.16828 C 0.06159 -0.33079 -0.49675 -0.28797 -0.56055 -0.30139 C -0.64271 -0.21158 -0.76107 -0.18241 -0.80716 -0.03172 C -0.96498 0.48657 -0.54232 0.59097 -0.42083 0.68333 C -0.26146 0.6044 -0.08503 0.59653 0.05729 0.44653 C 0.1263 0.37384 0.20911 0.18541 0.16601 0.06504 C 0.09453 -0.13472 -0.07279 -0.14491 -0.19219 -0.25 C -0.31211 -0.22431 -0.43542 -0.2294 -0.55208 -0.17338 C -0.6043 -0.14815 -0.84063 0.0037 -0.6974 0.21342 C -0.64896 0.28426 -0.57813 0.28217 -0.51836 0.31666 C -0.44336 0.28727 -0.36172 0.29051 -0.29336 0.22824 C -0.20039 0.14398 -0.19909 -0.02269 -0.29063 -0.09838 C -0.33177 -0.13241 -0.38125 -0.11273 -0.42656 -0.11991 C -0.45521 -0.08218 -0.49505 -0.06181 -0.51276 -0.00672 C -0.5556 0.12662 -0.52097 0.21389 -0.45274 0.25324 C -0.42292 0.2706 -0.39024 0.26111 -0.35899 0.26504 C -0.33646 0.25115 -0.30326 0.26018 -0.29154 0.22338 C -0.24987 0.09328 -0.34115 0.03657 -0.37682 -0.0051 C -0.41589 0.00278 -0.46042 -0.01783 -0.49401 0.01828 C -0.53789 0.06551 -0.60495 0.23125 -0.53529 0.31828 C -0.50833 0.35185 -0.47083 0.34166 -0.43867 0.35324 C -0.33047 0.30694 -0.23164 0.30162 -0.15742 0.125 C -0.13945 0.08194 -0.15117 0.01828 -0.14805 -0.03496 C -0.19271 -0.09051 -0.23021 -0.17222 -0.28216 -0.20162 C -0.56159 -0.35926 -0.6474 -0.29422 -0.92422 -0.24167 C -0.95235 -0.1882 -1.00313 -0.15417 -1.0086 -0.08172 C -1.01602 0.01759 -0.99193 0.12523 -0.95794 0.20509 C -0.77578 0.6331 -0.71133 0.5669 -0.43307 0.67824 C -0.21979 0.60949 -0.16328 0.65023 -0.00365 0.40486 C 0.02565 0.35995 0.03945 0.29051 0.06094 0.23333 C 0.04635 0.18611 0.04219 0.12153 0.01693 0.09166 C -0.08972 -0.03426 -0.17774 0.0044 -0.29531 0.01157 C -0.36602 0.04676 -0.46706 0.0456 -0.50156 0.1949 C -0.50977 0.23055 -0.5043 0.27338 -0.49779 0.30995 C -0.49453 0.32801 -0.48216 0.33541 -0.47435 0.34838 C -0.47344 0.34653 -0.47175 0.3456 -0.47149 0.34328 C -0.47044 0.33055 -0.47474 0.31551 -0.47057 0.30486 C -0.46641 0.29444 -0.43568 0.2669 -0.42656 0.25833 L -0.40873 0.24328 " pathEditMode="relative" ptsTypes="AAAAAAAAAAAAAAAAAAAAAAAAAAAAAAAAAAAAAAAAAAAAAAAAAAAAAAAAAAAAAAAAAAAAAAAAAAA"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6237 -0.03773 -0.09597 -0.06181 -0.17435 -0.07338 C -0.25222 -0.08472 -0.3306 -0.07778 -0.40873 -0.0801 C -0.48776 -0.04885 -0.57422 -0.05371 -0.64583 0.01342 C -0.67474 0.04028 -0.69271 0.1206 -0.68151 0.175 C -0.6655 0.25208 -0.61276 0.28495 -0.57839 0.34004 C -0.53086 0.32754 -0.22175 0.32037 -0.16211 0.1199 C -0.14492 0.06227 -0.19518 0.01134 -0.21927 -0.01505 L -0.69844 0.08495 L -0.61302 0.08333 C -0.61654 0.10602 -0.62604 0.12847 -0.62344 0.15162 C -0.59688 0.37662 -0.5931 0.33078 -0.48646 0.40995 C -0.42748 0.38773 -0.36537 0.38333 -0.30938 0.34328 C -0.28268 0.3243 -0.25508 0.28703 -0.24649 0.23842 C -0.22904 0.13912 -0.32891 -0.06204 -0.35248 -0.08658 C -0.4237 -0.16135 -0.50807 -0.18658 -0.58594 -0.23658 C -0.7362 -0.21574 -0.95391 -0.29815 -1.02826 0.04676 C -1.04714 0.13449 -1.03568 0.25856 -0.99727 0.32338 C -0.94388 0.41342 -0.85794 0.40879 -0.78841 0.45162 C -0.59701 0.3875 -0.38893 0.38773 -0.24466 0.10509 C -0.21563 0.04815 -0.23281 -0.04722 -0.22682 -0.12338 C -0.38932 -0.30972 -0.47917 -0.51227 -0.70026 -0.32963 C -0.7888 -0.25672 -0.83763 -0.08334 -0.90638 0.04004 C -0.86667 0.19328 -0.86914 0.41412 -0.7875 0.5 C -0.46445 0.83865 -0.28255 0.66643 0.01601 0.52824 C 0.0457 0.45278 0.10495 0.39375 0.10508 0.30162 C 0.10573 -0.12199 -0.06849 -0.12593 -0.23802 -0.25 C -0.47018 -0.14236 -0.75703 -0.15602 -0.8099 0.4199 C -0.82695 0.60578 -0.7362 0.77315 -0.69935 0.95 C -0.32175 0.91296 -0.1013 1.00532 0.20729 0.49004 C 0.27435 0.37778 0.26289 0.17778 0.29075 0.02176 C 0.05026 -0.32917 -0.04206 -0.61829 -0.38906 -0.53635 C -0.5224 -0.50486 -0.63646 -0.34861 -0.76029 -0.25486 C -0.79063 -0.07662 -0.88099 0.10139 -0.85104 0.27986 C -0.74792 0.89653 -0.40261 0.60416 -0.19779 0.5449 C -0.12057 0.41944 0.02357 0.35347 0.03385 0.16828 C 0.06159 -0.33079 -0.49675 -0.28797 -0.56055 -0.30139 C -0.64271 -0.21158 -0.76107 -0.18241 -0.80716 -0.03172 C -0.96498 0.48657 -0.54232 0.59097 -0.42083 0.68333 C -0.26146 0.6044 -0.08503 0.59653 0.05729 0.44653 C 0.1263 0.37384 0.20911 0.18541 0.16601 0.06504 C 0.09453 -0.13472 -0.07279 -0.14491 -0.19219 -0.25 C -0.31211 -0.22431 -0.43542 -0.2294 -0.55208 -0.17338 C -0.6043 -0.14815 -0.84063 0.0037 -0.6974 0.21342 C -0.64896 0.28426 -0.57813 0.28217 -0.51836 0.31666 C -0.44336 0.28727 -0.36172 0.29051 -0.29336 0.22824 C -0.20039 0.14398 -0.19909 -0.02269 -0.29063 -0.09838 C -0.33177 -0.13241 -0.38125 -0.11273 -0.42656 -0.11991 C -0.45521 -0.08218 -0.49505 -0.06181 -0.51276 -0.00672 C -0.5556 0.12662 -0.52097 0.21389 -0.45274 0.25324 C -0.42292 0.2706 -0.39024 0.26111 -0.35899 0.26504 C -0.33646 0.25115 -0.30326 0.26018 -0.29154 0.22338 C -0.24987 0.09328 -0.34115 0.03657 -0.37682 -0.0051 C -0.41589 0.00278 -0.46042 -0.01783 -0.49401 0.01828 C -0.53789 0.06551 -0.60495 0.23125 -0.53529 0.31828 C -0.50833 0.35185 -0.47083 0.34166 -0.43867 0.35324 C -0.33047 0.30694 -0.23164 0.30162 -0.15742 0.125 C -0.13945 0.08194 -0.15117 0.01828 -0.14805 -0.03496 C -0.19271 -0.09051 -0.23021 -0.17222 -0.28216 -0.20162 C -0.56159 -0.35926 -0.6474 -0.29422 -0.92422 -0.24167 C -0.95235 -0.1882 -1.00313 -0.15417 -1.0086 -0.08172 C -1.01602 0.01759 -0.99193 0.12523 -0.95794 0.20509 C -0.77578 0.6331 -0.71133 0.5669 -0.43307 0.67824 C -0.21979 0.60949 -0.16328 0.65023 -0.00365 0.40486 C 0.02565 0.35995 0.03945 0.29051 0.06094 0.23333 C 0.04635 0.18611 0.04219 0.12153 0.01693 0.09166 C -0.08972 -0.03426 -0.17774 0.0044 -0.29531 0.01157 C -0.36602 0.04676 -0.46706 0.0456 -0.50156 0.1949 C -0.50977 0.23055 -0.5043 0.27338 -0.49779 0.30995 C -0.49453 0.32801 -0.48216 0.33541 -0.47435 0.34838 C -0.47344 0.34653 -0.47175 0.3456 -0.47149 0.34328 C -0.47044 0.33055 -0.47474 0.31551 -0.47057 0.30486 C -0.46641 0.29444 -0.43568 0.2669 -0.42656 0.25833 L -0.40873 0.24328 " pathEditMode="relative" ptsTypes="AAAAAAAAAAAAAAAAAAAAAAAAAAAAAAAAAAAAAAAAAAAAAAAAAAAAAAAAAAAAAAAAAAAAAAAAAAA">
                                      <p:cBhvr>
                                        <p:cTn id="2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6237 -0.03773 -0.09597 -0.06181 -0.17435 -0.07338 C -0.25222 -0.08472 -0.3306 -0.07778 -0.40873 -0.0801 C -0.48776 -0.04885 -0.57422 -0.05371 -0.64583 0.01342 C -0.67474 0.04028 -0.69271 0.1206 -0.68151 0.175 C -0.6655 0.25208 -0.61276 0.28495 -0.57839 0.34004 C -0.53086 0.32754 -0.22175 0.32037 -0.16211 0.1199 C -0.14492 0.06227 -0.19518 0.01134 -0.21927 -0.01505 L -0.69844 0.08495 L -0.61302 0.08333 C -0.61654 0.10602 -0.62604 0.12847 -0.62344 0.15162 C -0.59688 0.37662 -0.5931 0.33078 -0.48646 0.40995 C -0.42748 0.38773 -0.36537 0.38333 -0.30938 0.34328 C -0.28268 0.3243 -0.25508 0.28703 -0.24649 0.23842 C -0.22904 0.13912 -0.32891 -0.06204 -0.35248 -0.08658 C -0.4237 -0.16135 -0.50807 -0.18658 -0.58594 -0.23658 C -0.7362 -0.21574 -0.95391 -0.29815 -1.02826 0.04676 C -1.04714 0.13449 -1.03568 0.25856 -0.99727 0.32338 C -0.94388 0.41342 -0.85794 0.40879 -0.78841 0.45162 C -0.59701 0.3875 -0.38893 0.38773 -0.24466 0.10509 C -0.21563 0.04815 -0.23281 -0.04722 -0.22682 -0.12338 C -0.38932 -0.30972 -0.47917 -0.51227 -0.70026 -0.32963 C -0.7888 -0.25672 -0.83763 -0.08334 -0.90638 0.04004 C -0.86667 0.19328 -0.86914 0.41412 -0.7875 0.5 C -0.46445 0.83865 -0.28255 0.66643 0.01601 0.52824 C 0.0457 0.45278 0.10495 0.39375 0.10508 0.30162 C 0.10573 -0.12199 -0.06849 -0.12593 -0.23802 -0.25 C -0.47018 -0.14236 -0.75703 -0.15602 -0.8099 0.4199 C -0.82695 0.60578 -0.7362 0.77315 -0.69935 0.95 C -0.32175 0.91296 -0.1013 1.00532 0.20729 0.49004 C 0.27435 0.37778 0.26289 0.17778 0.29075 0.02176 C 0.05026 -0.32917 -0.04206 -0.61829 -0.38906 -0.53635 C -0.5224 -0.50486 -0.63646 -0.34861 -0.76029 -0.25486 C -0.79063 -0.07662 -0.88099 0.10139 -0.85104 0.27986 C -0.74792 0.89653 -0.40261 0.60416 -0.19779 0.5449 C -0.12057 0.41944 0.02357 0.35347 0.03385 0.16828 C 0.06159 -0.33079 -0.49675 -0.28797 -0.56055 -0.30139 C -0.64271 -0.21158 -0.76107 -0.18241 -0.80716 -0.03172 C -0.96498 0.48657 -0.54232 0.59097 -0.42083 0.68333 C -0.26146 0.6044 -0.08503 0.59653 0.05729 0.44653 C 0.1263 0.37384 0.20911 0.18541 0.16601 0.06504 C 0.09453 -0.13472 -0.07279 -0.14491 -0.19219 -0.25 C -0.31211 -0.22431 -0.43542 -0.2294 -0.55208 -0.17338 C -0.6043 -0.14815 -0.84063 0.0037 -0.6974 0.21342 C -0.64896 0.28426 -0.57813 0.28217 -0.51836 0.31666 C -0.44336 0.28727 -0.36172 0.29051 -0.29336 0.22824 C -0.20039 0.14398 -0.19909 -0.02269 -0.29063 -0.09838 C -0.33177 -0.13241 -0.38125 -0.11273 -0.42656 -0.11991 C -0.45521 -0.08218 -0.49505 -0.06181 -0.51276 -0.00672 C -0.5556 0.12662 -0.52097 0.21389 -0.45274 0.25324 C -0.42292 0.2706 -0.39024 0.26111 -0.35899 0.26504 C -0.33646 0.25115 -0.30326 0.26018 -0.29154 0.22338 C -0.24987 0.09328 -0.34115 0.03657 -0.37682 -0.0051 C -0.41589 0.00278 -0.46042 -0.01783 -0.49401 0.01828 C -0.53789 0.06551 -0.60495 0.23125 -0.53529 0.31828 C -0.50833 0.35185 -0.47083 0.34166 -0.43867 0.35324 C -0.33047 0.30694 -0.23164 0.30162 -0.15742 0.125 C -0.13945 0.08194 -0.15117 0.01828 -0.14805 -0.03496 C -0.19271 -0.09051 -0.23021 -0.17222 -0.28216 -0.20162 C -0.56159 -0.35926 -0.6474 -0.29422 -0.92422 -0.24167 C -0.95235 -0.1882 -1.00313 -0.15417 -1.0086 -0.08172 C -1.01602 0.01759 -0.99193 0.12523 -0.95794 0.20509 C -0.77578 0.6331 -0.71133 0.5669 -0.43307 0.67824 C -0.21979 0.60949 -0.16328 0.65023 -0.00365 0.40486 C 0.02565 0.35995 0.03945 0.29051 0.06094 0.23333 C 0.04635 0.18611 0.04219 0.12153 0.01693 0.09166 C -0.08972 -0.03426 -0.17774 0.0044 -0.29531 0.01157 C -0.36602 0.04676 -0.46706 0.0456 -0.50156 0.1949 C -0.50977 0.23055 -0.5043 0.27338 -0.49779 0.30995 C -0.49453 0.32801 -0.48216 0.33541 -0.47435 0.34838 C -0.47344 0.34653 -0.47175 0.3456 -0.47149 0.34328 C -0.47044 0.33055 -0.47474 0.31551 -0.47057 0.30486 C -0.46641 0.29444 -0.43568 0.2669 -0.42656 0.25833 L -0.40873 0.24328 " pathEditMode="relative" ptsTypes="AAAAAAAAAAAAAAAAAAAAAAAAAAAAAAAAAAAAAAAAAAAAAAAAAAAAAAAAAAAAAAAAAAAAAAAAAAA">
                                      <p:cBhvr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5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1000"/>
                            </p:stCondLst>
                            <p:childTnLst>
                              <p:par>
                                <p:cTn id="3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CAFD982-8606-8F6B-5404-0D0A58BE1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xmlns="" id="{6FC72509-F494-8A2A-0A58-A60B4BD3A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47" y="224877"/>
            <a:ext cx="3547602" cy="292677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99684462-50B6-8A47-1C48-EFCF1A50A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235" y="3090139"/>
            <a:ext cx="500857" cy="15322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4E423379-F0E5-CBC3-BC3D-C17ABBD7F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001217">
            <a:off x="9263050" y="2914964"/>
            <a:ext cx="615053" cy="175958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xmlns="" id="{25B1B9CD-8A37-2DAA-097E-0649FC51F209}"/>
              </a:ext>
            </a:extLst>
          </p:cNvPr>
          <p:cNvSpPr/>
          <p:nvPr/>
        </p:nvSpPr>
        <p:spPr>
          <a:xfrm>
            <a:off x="5355275" y="139318"/>
            <a:ext cx="5879805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小人找到了菜王，并发动了攻击</a:t>
            </a:r>
            <a:endParaRPr lang="zh-CN" altLang="en-US" dirty="0"/>
          </a:p>
        </p:txBody>
      </p:sp>
      <p:sp>
        <p:nvSpPr>
          <p:cNvPr id="6" name="对话气泡: 矩形 6">
            <a:extLst>
              <a:ext uri="{FF2B5EF4-FFF2-40B4-BE49-F238E27FC236}">
                <a16:creationId xmlns:a16="http://schemas.microsoft.com/office/drawing/2014/main" xmlns="" id="{F62D3CA0-2977-1FF2-55E5-C3F37C8F7638}"/>
              </a:ext>
            </a:extLst>
          </p:cNvPr>
          <p:cNvSpPr/>
          <p:nvPr/>
        </p:nvSpPr>
        <p:spPr>
          <a:xfrm>
            <a:off x="9061642" y="1410105"/>
            <a:ext cx="1938153" cy="716310"/>
          </a:xfrm>
          <a:prstGeom prst="wedgeRectCallout">
            <a:avLst>
              <a:gd name="adj1" fmla="val -77163"/>
              <a:gd name="adj2" fmla="val 1736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铲子，你长大了，应该学会攻击了。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25B1B9CD-8A37-2DAA-097E-0649FC51F209}"/>
              </a:ext>
            </a:extLst>
          </p:cNvPr>
          <p:cNvSpPr/>
          <p:nvPr/>
        </p:nvSpPr>
        <p:spPr>
          <a:xfrm>
            <a:off x="197547" y="5667586"/>
            <a:ext cx="5879805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铲子被吓跑了，小人亲自迎战</a:t>
            </a:r>
            <a:endParaRPr lang="zh-CN" altLang="en-US" dirty="0"/>
          </a:p>
        </p:txBody>
      </p:sp>
      <p:sp>
        <p:nvSpPr>
          <p:cNvPr id="8" name="对话气泡: 矩形 6">
            <a:extLst>
              <a:ext uri="{FF2B5EF4-FFF2-40B4-BE49-F238E27FC236}">
                <a16:creationId xmlns:a16="http://schemas.microsoft.com/office/drawing/2014/main" xmlns="" id="{F62D3CA0-2977-1FF2-55E5-C3F37C8F7638}"/>
              </a:ext>
            </a:extLst>
          </p:cNvPr>
          <p:cNvSpPr/>
          <p:nvPr/>
        </p:nvSpPr>
        <p:spPr>
          <a:xfrm>
            <a:off x="9061642" y="1410105"/>
            <a:ext cx="1938153" cy="716310"/>
          </a:xfrm>
          <a:prstGeom prst="wedgeRectCallout">
            <a:avLst>
              <a:gd name="adj1" fmla="val -80186"/>
              <a:gd name="adj2" fmla="val 17963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。。。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还是看我的吧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4674A495-B8A6-9B9A-CFFF-8178D29010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8826" y="2579111"/>
            <a:ext cx="917480" cy="572536"/>
          </a:xfrm>
          <a:prstGeom prst="rect">
            <a:avLst/>
          </a:prstGeom>
        </p:spPr>
      </p:pic>
      <p:sp>
        <p:nvSpPr>
          <p:cNvPr id="10" name="对话气泡: 矩形 6">
            <a:extLst>
              <a:ext uri="{FF2B5EF4-FFF2-40B4-BE49-F238E27FC236}">
                <a16:creationId xmlns:a16="http://schemas.microsoft.com/office/drawing/2014/main" xmlns="" id="{F62D3CA0-2977-1FF2-55E5-C3F37C8F7638}"/>
              </a:ext>
            </a:extLst>
          </p:cNvPr>
          <p:cNvSpPr/>
          <p:nvPr/>
        </p:nvSpPr>
        <p:spPr>
          <a:xfrm>
            <a:off x="9061642" y="1064351"/>
            <a:ext cx="1938153" cy="1062064"/>
          </a:xfrm>
          <a:prstGeom prst="wedgeRectCallout">
            <a:avLst>
              <a:gd name="adj1" fmla="val -79149"/>
              <a:gd name="adj2" fmla="val 13813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菜</a:t>
            </a:r>
            <a:r>
              <a:rPr lang="zh-CN" altLang="en-US" dirty="0" smtClean="0"/>
              <a:t>王，看好了！</a:t>
            </a:r>
            <a:endParaRPr lang="en-US" altLang="zh-CN" dirty="0" smtClean="0"/>
          </a:p>
          <a:p>
            <a:pPr algn="ctr"/>
            <a:r>
              <a:rPr lang="zh-CN" altLang="en-US" dirty="0"/>
              <a:t>这</a:t>
            </a:r>
            <a:r>
              <a:rPr lang="zh-CN" altLang="en-US" dirty="0" smtClean="0"/>
              <a:t>是</a:t>
            </a:r>
            <a:r>
              <a:rPr lang="en-US" altLang="zh-CN" dirty="0" smtClean="0"/>
              <a:t>1</a:t>
            </a:r>
            <a:r>
              <a:rPr lang="zh-CN" altLang="en-US" dirty="0" smtClean="0"/>
              <a:t>百，他能够打动人心！同样能打败你</a:t>
            </a:r>
            <a:endParaRPr lang="en-US" altLang="zh-CN" dirty="0" smtClean="0"/>
          </a:p>
        </p:txBody>
      </p:sp>
      <p:sp>
        <p:nvSpPr>
          <p:cNvPr id="11" name="对话气泡: 矩形 6">
            <a:extLst>
              <a:ext uri="{FF2B5EF4-FFF2-40B4-BE49-F238E27FC236}">
                <a16:creationId xmlns:a16="http://schemas.microsoft.com/office/drawing/2014/main" xmlns="" id="{F62D3CA0-2977-1FF2-55E5-C3F37C8F7638}"/>
              </a:ext>
            </a:extLst>
          </p:cNvPr>
          <p:cNvSpPr/>
          <p:nvPr/>
        </p:nvSpPr>
        <p:spPr>
          <a:xfrm>
            <a:off x="9061641" y="1064351"/>
            <a:ext cx="1938153" cy="1062064"/>
          </a:xfrm>
          <a:prstGeom prst="wedgeRectCallout">
            <a:avLst>
              <a:gd name="adj1" fmla="val -79149"/>
              <a:gd name="adj2" fmla="val 13813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不够？</a:t>
            </a:r>
            <a:endParaRPr lang="en-US" altLang="zh-CN" dirty="0" smtClean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292520E3-83C6-B9DD-0656-9D1280DDBE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112" y="3222220"/>
            <a:ext cx="917480" cy="57253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292520E3-83C6-B9DD-0656-9D1280DDBE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7099" y="3988326"/>
            <a:ext cx="917480" cy="57253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292520E3-83C6-B9DD-0656-9D1280DDBE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7994" y="1945079"/>
            <a:ext cx="917480" cy="57253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xmlns="" id="{292520E3-83C6-B9DD-0656-9D1280DDBE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8826" y="2588188"/>
            <a:ext cx="917480" cy="572536"/>
          </a:xfrm>
          <a:prstGeom prst="rect">
            <a:avLst/>
          </a:prstGeom>
        </p:spPr>
      </p:pic>
      <p:sp>
        <p:nvSpPr>
          <p:cNvPr id="18" name="对话气泡: 矩形 6">
            <a:extLst>
              <a:ext uri="{FF2B5EF4-FFF2-40B4-BE49-F238E27FC236}">
                <a16:creationId xmlns:a16="http://schemas.microsoft.com/office/drawing/2014/main" xmlns="" id="{F62D3CA0-2977-1FF2-55E5-C3F37C8F7638}"/>
              </a:ext>
            </a:extLst>
          </p:cNvPr>
          <p:cNvSpPr/>
          <p:nvPr/>
        </p:nvSpPr>
        <p:spPr>
          <a:xfrm>
            <a:off x="9061640" y="1064351"/>
            <a:ext cx="1938153" cy="1062064"/>
          </a:xfrm>
          <a:prstGeom prst="wedgeRectCallout">
            <a:avLst>
              <a:gd name="adj1" fmla="val -79149"/>
              <a:gd name="adj2" fmla="val 13813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够了？</a:t>
            </a:r>
            <a:endParaRPr lang="en-US" altLang="zh-CN" dirty="0" smtClean="0"/>
          </a:p>
        </p:txBody>
      </p:sp>
      <p:sp>
        <p:nvSpPr>
          <p:cNvPr id="19" name="对话气泡: 矩形 6">
            <a:extLst>
              <a:ext uri="{FF2B5EF4-FFF2-40B4-BE49-F238E27FC236}">
                <a16:creationId xmlns:a16="http://schemas.microsoft.com/office/drawing/2014/main" xmlns="" id="{F62D3CA0-2977-1FF2-55E5-C3F37C8F7638}"/>
              </a:ext>
            </a:extLst>
          </p:cNvPr>
          <p:cNvSpPr/>
          <p:nvPr/>
        </p:nvSpPr>
        <p:spPr>
          <a:xfrm>
            <a:off x="9061639" y="1064351"/>
            <a:ext cx="1938153" cy="1062064"/>
          </a:xfrm>
          <a:prstGeom prst="wedgeRectCallout">
            <a:avLst>
              <a:gd name="adj1" fmla="val -79149"/>
              <a:gd name="adj2" fmla="val 13813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，，，好像</a:t>
            </a:r>
            <a:endParaRPr lang="en-US" altLang="zh-CN" dirty="0" smtClean="0"/>
          </a:p>
          <a:p>
            <a:pPr algn="ctr"/>
            <a:r>
              <a:rPr lang="zh-CN" altLang="en-US" dirty="0"/>
              <a:t>有点</a:t>
            </a:r>
            <a:r>
              <a:rPr lang="zh-CN" altLang="en-US" dirty="0" smtClean="0"/>
              <a:t>不对，，，</a:t>
            </a:r>
            <a:endParaRPr lang="en-US" altLang="zh-CN" dirty="0" smtClean="0"/>
          </a:p>
        </p:txBody>
      </p:sp>
      <p:sp>
        <p:nvSpPr>
          <p:cNvPr id="20" name="对话气泡: 矩形 6">
            <a:extLst>
              <a:ext uri="{FF2B5EF4-FFF2-40B4-BE49-F238E27FC236}">
                <a16:creationId xmlns:a16="http://schemas.microsoft.com/office/drawing/2014/main" xmlns="" id="{F62D3CA0-2977-1FF2-55E5-C3F37C8F7638}"/>
              </a:ext>
            </a:extLst>
          </p:cNvPr>
          <p:cNvSpPr/>
          <p:nvPr/>
        </p:nvSpPr>
        <p:spPr>
          <a:xfrm>
            <a:off x="9061638" y="1081221"/>
            <a:ext cx="1938153" cy="1062064"/>
          </a:xfrm>
          <a:prstGeom prst="wedgeRectCallout">
            <a:avLst>
              <a:gd name="adj1" fmla="val -79149"/>
              <a:gd name="adj2" fmla="val 13813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坏事了。。。</a:t>
            </a:r>
            <a:endParaRPr lang="en-US" altLang="zh-CN" dirty="0" smtClean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xmlns="" id="{F5829CD1-B639-FFFD-269E-0B52721546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006211">
            <a:off x="8276947" y="5866393"/>
            <a:ext cx="685592" cy="57879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xmlns="" id="{4400A191-6468-545B-A937-048B0924FD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892653">
            <a:off x="9821342" y="5435547"/>
            <a:ext cx="165328" cy="1440483"/>
          </a:xfrm>
          <a:prstGeom prst="rect">
            <a:avLst/>
          </a:prstGeom>
        </p:spPr>
      </p:pic>
      <p:sp>
        <p:nvSpPr>
          <p:cNvPr id="23" name="任意多边形 22"/>
          <p:cNvSpPr/>
          <p:nvPr/>
        </p:nvSpPr>
        <p:spPr>
          <a:xfrm>
            <a:off x="8198427" y="5839691"/>
            <a:ext cx="872837" cy="561109"/>
          </a:xfrm>
          <a:custGeom>
            <a:avLst/>
            <a:gdLst>
              <a:gd name="connsiteX0" fmla="*/ 872837 w 872837"/>
              <a:gd name="connsiteY0" fmla="*/ 0 h 561109"/>
              <a:gd name="connsiteX1" fmla="*/ 426028 w 872837"/>
              <a:gd name="connsiteY1" fmla="*/ 124691 h 561109"/>
              <a:gd name="connsiteX2" fmla="*/ 363682 w 872837"/>
              <a:gd name="connsiteY2" fmla="*/ 145473 h 561109"/>
              <a:gd name="connsiteX3" fmla="*/ 332509 w 872837"/>
              <a:gd name="connsiteY3" fmla="*/ 155864 h 561109"/>
              <a:gd name="connsiteX4" fmla="*/ 259773 w 872837"/>
              <a:gd name="connsiteY4" fmla="*/ 176645 h 561109"/>
              <a:gd name="connsiteX5" fmla="*/ 270164 w 872837"/>
              <a:gd name="connsiteY5" fmla="*/ 207818 h 561109"/>
              <a:gd name="connsiteX6" fmla="*/ 301337 w 872837"/>
              <a:gd name="connsiteY6" fmla="*/ 218209 h 561109"/>
              <a:gd name="connsiteX7" fmla="*/ 353291 w 872837"/>
              <a:gd name="connsiteY7" fmla="*/ 228600 h 561109"/>
              <a:gd name="connsiteX8" fmla="*/ 384464 w 872837"/>
              <a:gd name="connsiteY8" fmla="*/ 249382 h 561109"/>
              <a:gd name="connsiteX9" fmla="*/ 457200 w 872837"/>
              <a:gd name="connsiteY9" fmla="*/ 311727 h 561109"/>
              <a:gd name="connsiteX10" fmla="*/ 488373 w 872837"/>
              <a:gd name="connsiteY10" fmla="*/ 322118 h 561109"/>
              <a:gd name="connsiteX11" fmla="*/ 509155 w 872837"/>
              <a:gd name="connsiteY11" fmla="*/ 353291 h 561109"/>
              <a:gd name="connsiteX12" fmla="*/ 550718 w 872837"/>
              <a:gd name="connsiteY12" fmla="*/ 394854 h 561109"/>
              <a:gd name="connsiteX13" fmla="*/ 509155 w 872837"/>
              <a:gd name="connsiteY13" fmla="*/ 405245 h 561109"/>
              <a:gd name="connsiteX14" fmla="*/ 477982 w 872837"/>
              <a:gd name="connsiteY14" fmla="*/ 415636 h 561109"/>
              <a:gd name="connsiteX15" fmla="*/ 394855 w 872837"/>
              <a:gd name="connsiteY15" fmla="*/ 436418 h 561109"/>
              <a:gd name="connsiteX16" fmla="*/ 363682 w 872837"/>
              <a:gd name="connsiteY16" fmla="*/ 446809 h 561109"/>
              <a:gd name="connsiteX17" fmla="*/ 259773 w 872837"/>
              <a:gd name="connsiteY17" fmla="*/ 467591 h 561109"/>
              <a:gd name="connsiteX18" fmla="*/ 135082 w 872837"/>
              <a:gd name="connsiteY18" fmla="*/ 509154 h 561109"/>
              <a:gd name="connsiteX19" fmla="*/ 41564 w 872837"/>
              <a:gd name="connsiteY19" fmla="*/ 540327 h 561109"/>
              <a:gd name="connsiteX20" fmla="*/ 0 w 872837"/>
              <a:gd name="connsiteY20" fmla="*/ 561109 h 561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72837" h="561109">
                <a:moveTo>
                  <a:pt x="872837" y="0"/>
                </a:moveTo>
                <a:lnTo>
                  <a:pt x="426028" y="124691"/>
                </a:lnTo>
                <a:cubicBezTo>
                  <a:pt x="404965" y="130709"/>
                  <a:pt x="384464" y="138546"/>
                  <a:pt x="363682" y="145473"/>
                </a:cubicBezTo>
                <a:cubicBezTo>
                  <a:pt x="353291" y="148937"/>
                  <a:pt x="343135" y="153208"/>
                  <a:pt x="332509" y="155864"/>
                </a:cubicBezTo>
                <a:cubicBezTo>
                  <a:pt x="280320" y="168910"/>
                  <a:pt x="304494" y="161738"/>
                  <a:pt x="259773" y="176645"/>
                </a:cubicBezTo>
                <a:cubicBezTo>
                  <a:pt x="263237" y="187036"/>
                  <a:pt x="262419" y="200073"/>
                  <a:pt x="270164" y="207818"/>
                </a:cubicBezTo>
                <a:cubicBezTo>
                  <a:pt x="277909" y="215563"/>
                  <a:pt x="290711" y="215552"/>
                  <a:pt x="301337" y="218209"/>
                </a:cubicBezTo>
                <a:cubicBezTo>
                  <a:pt x="318471" y="222492"/>
                  <a:pt x="335973" y="225136"/>
                  <a:pt x="353291" y="228600"/>
                </a:cubicBezTo>
                <a:cubicBezTo>
                  <a:pt x="363682" y="235527"/>
                  <a:pt x="374870" y="241387"/>
                  <a:pt x="384464" y="249382"/>
                </a:cubicBezTo>
                <a:cubicBezTo>
                  <a:pt x="424661" y="282879"/>
                  <a:pt x="407678" y="283428"/>
                  <a:pt x="457200" y="311727"/>
                </a:cubicBezTo>
                <a:cubicBezTo>
                  <a:pt x="466710" y="317161"/>
                  <a:pt x="477982" y="318654"/>
                  <a:pt x="488373" y="322118"/>
                </a:cubicBezTo>
                <a:cubicBezTo>
                  <a:pt x="495300" y="332509"/>
                  <a:pt x="499403" y="345490"/>
                  <a:pt x="509155" y="353291"/>
                </a:cubicBezTo>
                <a:cubicBezTo>
                  <a:pt x="559534" y="393594"/>
                  <a:pt x="528049" y="326843"/>
                  <a:pt x="550718" y="394854"/>
                </a:cubicBezTo>
                <a:cubicBezTo>
                  <a:pt x="536864" y="398318"/>
                  <a:pt x="522886" y="401322"/>
                  <a:pt x="509155" y="405245"/>
                </a:cubicBezTo>
                <a:cubicBezTo>
                  <a:pt x="498623" y="408254"/>
                  <a:pt x="488549" y="412754"/>
                  <a:pt x="477982" y="415636"/>
                </a:cubicBezTo>
                <a:cubicBezTo>
                  <a:pt x="450427" y="423151"/>
                  <a:pt x="421951" y="427386"/>
                  <a:pt x="394855" y="436418"/>
                </a:cubicBezTo>
                <a:cubicBezTo>
                  <a:pt x="384464" y="439882"/>
                  <a:pt x="374355" y="444346"/>
                  <a:pt x="363682" y="446809"/>
                </a:cubicBezTo>
                <a:cubicBezTo>
                  <a:pt x="329264" y="454752"/>
                  <a:pt x="293283" y="456421"/>
                  <a:pt x="259773" y="467591"/>
                </a:cubicBezTo>
                <a:lnTo>
                  <a:pt x="135082" y="509154"/>
                </a:lnTo>
                <a:lnTo>
                  <a:pt x="41564" y="540327"/>
                </a:lnTo>
                <a:cubicBezTo>
                  <a:pt x="5744" y="552267"/>
                  <a:pt x="18136" y="542973"/>
                  <a:pt x="0" y="561109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/>
        </p:nvSpPr>
        <p:spPr>
          <a:xfrm>
            <a:off x="9494952" y="5658616"/>
            <a:ext cx="1071110" cy="951392"/>
          </a:xfrm>
          <a:custGeom>
            <a:avLst/>
            <a:gdLst>
              <a:gd name="connsiteX0" fmla="*/ 230939 w 1071110"/>
              <a:gd name="connsiteY0" fmla="*/ 97948 h 951392"/>
              <a:gd name="connsiteX1" fmla="*/ 75075 w 1071110"/>
              <a:gd name="connsiteY1" fmla="*/ 212248 h 951392"/>
              <a:gd name="connsiteX2" fmla="*/ 127030 w 1071110"/>
              <a:gd name="connsiteY2" fmla="*/ 264202 h 951392"/>
              <a:gd name="connsiteX3" fmla="*/ 334848 w 1071110"/>
              <a:gd name="connsiteY3" fmla="*/ 139511 h 951392"/>
              <a:gd name="connsiteX4" fmla="*/ 127030 w 1071110"/>
              <a:gd name="connsiteY4" fmla="*/ 212248 h 951392"/>
              <a:gd name="connsiteX5" fmla="*/ 43903 w 1071110"/>
              <a:gd name="connsiteY5" fmla="*/ 305766 h 951392"/>
              <a:gd name="connsiteX6" fmla="*/ 158203 w 1071110"/>
              <a:gd name="connsiteY6" fmla="*/ 243420 h 951392"/>
              <a:gd name="connsiteX7" fmla="*/ 314066 w 1071110"/>
              <a:gd name="connsiteY7" fmla="*/ 149902 h 951392"/>
              <a:gd name="connsiteX8" fmla="*/ 127030 w 1071110"/>
              <a:gd name="connsiteY8" fmla="*/ 233029 h 951392"/>
              <a:gd name="connsiteX9" fmla="*/ 303675 w 1071110"/>
              <a:gd name="connsiteY9" fmla="*/ 108339 h 951392"/>
              <a:gd name="connsiteX10" fmla="*/ 127030 w 1071110"/>
              <a:gd name="connsiteY10" fmla="*/ 264202 h 951392"/>
              <a:gd name="connsiteX11" fmla="*/ 54293 w 1071110"/>
              <a:gd name="connsiteY11" fmla="*/ 295375 h 951392"/>
              <a:gd name="connsiteX12" fmla="*/ 199766 w 1071110"/>
              <a:gd name="connsiteY12" fmla="*/ 139511 h 951392"/>
              <a:gd name="connsiteX13" fmla="*/ 158203 w 1071110"/>
              <a:gd name="connsiteY13" fmla="*/ 253811 h 951392"/>
              <a:gd name="connsiteX14" fmla="*/ 241330 w 1071110"/>
              <a:gd name="connsiteY14" fmla="*/ 149902 h 951392"/>
              <a:gd name="connsiteX15" fmla="*/ 158203 w 1071110"/>
              <a:gd name="connsiteY15" fmla="*/ 222639 h 951392"/>
              <a:gd name="connsiteX16" fmla="*/ 75075 w 1071110"/>
              <a:gd name="connsiteY16" fmla="*/ 305766 h 951392"/>
              <a:gd name="connsiteX17" fmla="*/ 303675 w 1071110"/>
              <a:gd name="connsiteY17" fmla="*/ 118729 h 951392"/>
              <a:gd name="connsiteX18" fmla="*/ 251721 w 1071110"/>
              <a:gd name="connsiteY18" fmla="*/ 97948 h 951392"/>
              <a:gd name="connsiteX19" fmla="*/ 199766 w 1071110"/>
              <a:gd name="connsiteY19" fmla="*/ 129120 h 951392"/>
              <a:gd name="connsiteX20" fmla="*/ 12730 w 1071110"/>
              <a:gd name="connsiteY20" fmla="*/ 284984 h 951392"/>
              <a:gd name="connsiteX21" fmla="*/ 178984 w 1071110"/>
              <a:gd name="connsiteY21" fmla="*/ 212248 h 951392"/>
              <a:gd name="connsiteX22" fmla="*/ 23121 w 1071110"/>
              <a:gd name="connsiteY22" fmla="*/ 347329 h 951392"/>
              <a:gd name="connsiteX23" fmla="*/ 210157 w 1071110"/>
              <a:gd name="connsiteY23" fmla="*/ 233029 h 951392"/>
              <a:gd name="connsiteX24" fmla="*/ 85466 w 1071110"/>
              <a:gd name="connsiteY24" fmla="*/ 347329 h 951392"/>
              <a:gd name="connsiteX25" fmla="*/ 147812 w 1071110"/>
              <a:gd name="connsiteY25" fmla="*/ 181075 h 951392"/>
              <a:gd name="connsiteX26" fmla="*/ 75075 w 1071110"/>
              <a:gd name="connsiteY26" fmla="*/ 274593 h 951392"/>
              <a:gd name="connsiteX27" fmla="*/ 262112 w 1071110"/>
              <a:gd name="connsiteY27" fmla="*/ 118729 h 951392"/>
              <a:gd name="connsiteX28" fmla="*/ 189375 w 1071110"/>
              <a:gd name="connsiteY28" fmla="*/ 149902 h 951392"/>
              <a:gd name="connsiteX29" fmla="*/ 12730 w 1071110"/>
              <a:gd name="connsiteY29" fmla="*/ 253811 h 951392"/>
              <a:gd name="connsiteX30" fmla="*/ 314066 w 1071110"/>
              <a:gd name="connsiteY30" fmla="*/ 4429 h 951392"/>
              <a:gd name="connsiteX31" fmla="*/ 127030 w 1071110"/>
              <a:gd name="connsiteY31" fmla="*/ 212248 h 951392"/>
              <a:gd name="connsiteX32" fmla="*/ 303675 w 1071110"/>
              <a:gd name="connsiteY32" fmla="*/ 87557 h 951392"/>
              <a:gd name="connsiteX33" fmla="*/ 116639 w 1071110"/>
              <a:gd name="connsiteY33" fmla="*/ 264202 h 951392"/>
              <a:gd name="connsiteX34" fmla="*/ 54293 w 1071110"/>
              <a:gd name="connsiteY34" fmla="*/ 316157 h 951392"/>
              <a:gd name="connsiteX35" fmla="*/ 106248 w 1071110"/>
              <a:gd name="connsiteY35" fmla="*/ 284984 h 951392"/>
              <a:gd name="connsiteX36" fmla="*/ 293284 w 1071110"/>
              <a:gd name="connsiteY36" fmla="*/ 129120 h 951392"/>
              <a:gd name="connsiteX37" fmla="*/ 147812 w 1071110"/>
              <a:gd name="connsiteY37" fmla="*/ 295375 h 951392"/>
              <a:gd name="connsiteX38" fmla="*/ 251721 w 1071110"/>
              <a:gd name="connsiteY38" fmla="*/ 233029 h 951392"/>
              <a:gd name="connsiteX39" fmla="*/ 303675 w 1071110"/>
              <a:gd name="connsiteY39" fmla="*/ 191466 h 951392"/>
              <a:gd name="connsiteX40" fmla="*/ 210157 w 1071110"/>
              <a:gd name="connsiteY40" fmla="*/ 274593 h 951392"/>
              <a:gd name="connsiteX41" fmla="*/ 168593 w 1071110"/>
              <a:gd name="connsiteY41" fmla="*/ 295375 h 951392"/>
              <a:gd name="connsiteX42" fmla="*/ 272503 w 1071110"/>
              <a:gd name="connsiteY42" fmla="*/ 129120 h 951392"/>
              <a:gd name="connsiteX43" fmla="*/ 334848 w 1071110"/>
              <a:gd name="connsiteY43" fmla="*/ 243420 h 951392"/>
              <a:gd name="connsiteX44" fmla="*/ 366021 w 1071110"/>
              <a:gd name="connsiteY44" fmla="*/ 409675 h 951392"/>
              <a:gd name="connsiteX45" fmla="*/ 355630 w 1071110"/>
              <a:gd name="connsiteY45" fmla="*/ 679839 h 951392"/>
              <a:gd name="connsiteX46" fmla="*/ 345239 w 1071110"/>
              <a:gd name="connsiteY46" fmla="*/ 742184 h 951392"/>
              <a:gd name="connsiteX47" fmla="*/ 386803 w 1071110"/>
              <a:gd name="connsiteY47" fmla="*/ 336939 h 951392"/>
              <a:gd name="connsiteX48" fmla="*/ 397193 w 1071110"/>
              <a:gd name="connsiteY48" fmla="*/ 264202 h 951392"/>
              <a:gd name="connsiteX49" fmla="*/ 417975 w 1071110"/>
              <a:gd name="connsiteY49" fmla="*/ 191466 h 951392"/>
              <a:gd name="connsiteX50" fmla="*/ 376412 w 1071110"/>
              <a:gd name="connsiteY50" fmla="*/ 544757 h 951392"/>
              <a:gd name="connsiteX51" fmla="*/ 366021 w 1071110"/>
              <a:gd name="connsiteY51" fmla="*/ 451239 h 951392"/>
              <a:gd name="connsiteX52" fmla="*/ 272503 w 1071110"/>
              <a:gd name="connsiteY52" fmla="*/ 575929 h 951392"/>
              <a:gd name="connsiteX53" fmla="*/ 251721 w 1071110"/>
              <a:gd name="connsiteY53" fmla="*/ 648666 h 951392"/>
              <a:gd name="connsiteX54" fmla="*/ 314066 w 1071110"/>
              <a:gd name="connsiteY54" fmla="*/ 347329 h 951392"/>
              <a:gd name="connsiteX55" fmla="*/ 324457 w 1071110"/>
              <a:gd name="connsiteY55" fmla="*/ 274593 h 951392"/>
              <a:gd name="connsiteX56" fmla="*/ 366021 w 1071110"/>
              <a:gd name="connsiteY56" fmla="*/ 118729 h 951392"/>
              <a:gd name="connsiteX57" fmla="*/ 293284 w 1071110"/>
              <a:gd name="connsiteY57" fmla="*/ 555148 h 951392"/>
              <a:gd name="connsiteX58" fmla="*/ 282893 w 1071110"/>
              <a:gd name="connsiteY58" fmla="*/ 596711 h 951392"/>
              <a:gd name="connsiteX59" fmla="*/ 272503 w 1071110"/>
              <a:gd name="connsiteY59" fmla="*/ 659057 h 951392"/>
              <a:gd name="connsiteX60" fmla="*/ 334848 w 1071110"/>
              <a:gd name="connsiteY60" fmla="*/ 461629 h 951392"/>
              <a:gd name="connsiteX61" fmla="*/ 345239 w 1071110"/>
              <a:gd name="connsiteY61" fmla="*/ 388893 h 951392"/>
              <a:gd name="connsiteX62" fmla="*/ 386803 w 1071110"/>
              <a:gd name="connsiteY62" fmla="*/ 295375 h 951392"/>
              <a:gd name="connsiteX63" fmla="*/ 314066 w 1071110"/>
              <a:gd name="connsiteY63" fmla="*/ 607102 h 951392"/>
              <a:gd name="connsiteX64" fmla="*/ 386803 w 1071110"/>
              <a:gd name="connsiteY64" fmla="*/ 378502 h 951392"/>
              <a:gd name="connsiteX65" fmla="*/ 355630 w 1071110"/>
              <a:gd name="connsiteY65" fmla="*/ 430457 h 951392"/>
              <a:gd name="connsiteX66" fmla="*/ 417975 w 1071110"/>
              <a:gd name="connsiteY66" fmla="*/ 233029 h 951392"/>
              <a:gd name="connsiteX67" fmla="*/ 282893 w 1071110"/>
              <a:gd name="connsiteY67" fmla="*/ 607102 h 951392"/>
              <a:gd name="connsiteX68" fmla="*/ 355630 w 1071110"/>
              <a:gd name="connsiteY68" fmla="*/ 201857 h 951392"/>
              <a:gd name="connsiteX69" fmla="*/ 345239 w 1071110"/>
              <a:gd name="connsiteY69" fmla="*/ 690229 h 951392"/>
              <a:gd name="connsiteX70" fmla="*/ 397193 w 1071110"/>
              <a:gd name="connsiteY70" fmla="*/ 607102 h 951392"/>
              <a:gd name="connsiteX71" fmla="*/ 407584 w 1071110"/>
              <a:gd name="connsiteY71" fmla="*/ 638275 h 951392"/>
              <a:gd name="connsiteX72" fmla="*/ 449148 w 1071110"/>
              <a:gd name="connsiteY72" fmla="*/ 253811 h 951392"/>
              <a:gd name="connsiteX73" fmla="*/ 334848 w 1071110"/>
              <a:gd name="connsiteY73" fmla="*/ 575929 h 951392"/>
              <a:gd name="connsiteX74" fmla="*/ 345239 w 1071110"/>
              <a:gd name="connsiteY74" fmla="*/ 544757 h 951392"/>
              <a:gd name="connsiteX75" fmla="*/ 521884 w 1071110"/>
              <a:gd name="connsiteY75" fmla="*/ 149902 h 951392"/>
              <a:gd name="connsiteX76" fmla="*/ 314066 w 1071110"/>
              <a:gd name="connsiteY76" fmla="*/ 669448 h 951392"/>
              <a:gd name="connsiteX77" fmla="*/ 386803 w 1071110"/>
              <a:gd name="connsiteY77" fmla="*/ 420066 h 951392"/>
              <a:gd name="connsiteX78" fmla="*/ 345239 w 1071110"/>
              <a:gd name="connsiteY78" fmla="*/ 835702 h 951392"/>
              <a:gd name="connsiteX79" fmla="*/ 324457 w 1071110"/>
              <a:gd name="connsiteY79" fmla="*/ 918829 h 951392"/>
              <a:gd name="connsiteX80" fmla="*/ 521884 w 1071110"/>
              <a:gd name="connsiteY80" fmla="*/ 898048 h 951392"/>
              <a:gd name="connsiteX81" fmla="*/ 636184 w 1071110"/>
              <a:gd name="connsiteY81" fmla="*/ 866875 h 951392"/>
              <a:gd name="connsiteX82" fmla="*/ 802439 w 1071110"/>
              <a:gd name="connsiteY82" fmla="*/ 804529 h 951392"/>
              <a:gd name="connsiteX83" fmla="*/ 885566 w 1071110"/>
              <a:gd name="connsiteY83" fmla="*/ 711011 h 951392"/>
              <a:gd name="connsiteX84" fmla="*/ 792048 w 1071110"/>
              <a:gd name="connsiteY84" fmla="*/ 762966 h 951392"/>
              <a:gd name="connsiteX85" fmla="*/ 760875 w 1071110"/>
              <a:gd name="connsiteY85" fmla="*/ 773357 h 951392"/>
              <a:gd name="connsiteX86" fmla="*/ 584230 w 1071110"/>
              <a:gd name="connsiteY86" fmla="*/ 856484 h 951392"/>
              <a:gd name="connsiteX87" fmla="*/ 459539 w 1071110"/>
              <a:gd name="connsiteY87" fmla="*/ 950002 h 951392"/>
              <a:gd name="connsiteX88" fmla="*/ 1031039 w 1071110"/>
              <a:gd name="connsiteY88" fmla="*/ 742184 h 951392"/>
              <a:gd name="connsiteX89" fmla="*/ 677748 w 1071110"/>
              <a:gd name="connsiteY89" fmla="*/ 835702 h 951392"/>
              <a:gd name="connsiteX90" fmla="*/ 958303 w 1071110"/>
              <a:gd name="connsiteY90" fmla="*/ 700620 h 951392"/>
              <a:gd name="connsiteX91" fmla="*/ 573839 w 1071110"/>
              <a:gd name="connsiteY91" fmla="*/ 835702 h 951392"/>
              <a:gd name="connsiteX92" fmla="*/ 999866 w 1071110"/>
              <a:gd name="connsiteY92" fmla="*/ 679839 h 951392"/>
              <a:gd name="connsiteX93" fmla="*/ 760875 w 1071110"/>
              <a:gd name="connsiteY93" fmla="*/ 752575 h 951392"/>
              <a:gd name="connsiteX94" fmla="*/ 688139 w 1071110"/>
              <a:gd name="connsiteY94" fmla="*/ 794139 h 951392"/>
              <a:gd name="connsiteX95" fmla="*/ 625793 w 1071110"/>
              <a:gd name="connsiteY95" fmla="*/ 814920 h 951392"/>
              <a:gd name="connsiteX96" fmla="*/ 719312 w 1071110"/>
              <a:gd name="connsiteY96" fmla="*/ 794139 h 951392"/>
              <a:gd name="connsiteX97" fmla="*/ 781657 w 1071110"/>
              <a:gd name="connsiteY97" fmla="*/ 783748 h 951392"/>
              <a:gd name="connsiteX98" fmla="*/ 563448 w 1071110"/>
              <a:gd name="connsiteY98" fmla="*/ 846093 h 951392"/>
              <a:gd name="connsiteX99" fmla="*/ 594621 w 1071110"/>
              <a:gd name="connsiteY99" fmla="*/ 835702 h 951392"/>
              <a:gd name="connsiteX100" fmla="*/ 1020648 w 1071110"/>
              <a:gd name="connsiteY100" fmla="*/ 731793 h 951392"/>
              <a:gd name="connsiteX101" fmla="*/ 927130 w 1071110"/>
              <a:gd name="connsiteY101" fmla="*/ 762966 h 951392"/>
              <a:gd name="connsiteX102" fmla="*/ 1062212 w 1071110"/>
              <a:gd name="connsiteY102" fmla="*/ 731793 h 951392"/>
              <a:gd name="connsiteX103" fmla="*/ 646575 w 1071110"/>
              <a:gd name="connsiteY103" fmla="*/ 846093 h 951392"/>
              <a:gd name="connsiteX104" fmla="*/ 615403 w 1071110"/>
              <a:gd name="connsiteY104" fmla="*/ 918829 h 951392"/>
              <a:gd name="connsiteX105" fmla="*/ 573839 w 1071110"/>
              <a:gd name="connsiteY105" fmla="*/ 929220 h 951392"/>
              <a:gd name="connsiteX106" fmla="*/ 854393 w 1071110"/>
              <a:gd name="connsiteY106" fmla="*/ 835702 h 951392"/>
              <a:gd name="connsiteX107" fmla="*/ 916739 w 1071110"/>
              <a:gd name="connsiteY107" fmla="*/ 783748 h 951392"/>
              <a:gd name="connsiteX108" fmla="*/ 947912 w 1071110"/>
              <a:gd name="connsiteY108" fmla="*/ 752575 h 951392"/>
              <a:gd name="connsiteX109" fmla="*/ 719312 w 1071110"/>
              <a:gd name="connsiteY109" fmla="*/ 835702 h 951392"/>
              <a:gd name="connsiteX110" fmla="*/ 677748 w 1071110"/>
              <a:gd name="connsiteY110" fmla="*/ 856484 h 951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071110" h="951392">
                <a:moveTo>
                  <a:pt x="230939" y="97948"/>
                </a:moveTo>
                <a:cubicBezTo>
                  <a:pt x="178984" y="136048"/>
                  <a:pt x="122747" y="168909"/>
                  <a:pt x="75075" y="212248"/>
                </a:cubicBezTo>
                <a:cubicBezTo>
                  <a:pt x="-56739" y="332078"/>
                  <a:pt x="574" y="327430"/>
                  <a:pt x="127030" y="264202"/>
                </a:cubicBezTo>
                <a:cubicBezTo>
                  <a:pt x="199286" y="228074"/>
                  <a:pt x="334848" y="220296"/>
                  <a:pt x="334848" y="139511"/>
                </a:cubicBezTo>
                <a:cubicBezTo>
                  <a:pt x="334848" y="66118"/>
                  <a:pt x="196303" y="188002"/>
                  <a:pt x="127030" y="212248"/>
                </a:cubicBezTo>
                <a:cubicBezTo>
                  <a:pt x="99321" y="243421"/>
                  <a:pt x="14411" y="276275"/>
                  <a:pt x="43903" y="305766"/>
                </a:cubicBezTo>
                <a:cubicBezTo>
                  <a:pt x="74591" y="336453"/>
                  <a:pt x="119386" y="262829"/>
                  <a:pt x="158203" y="243420"/>
                </a:cubicBezTo>
                <a:cubicBezTo>
                  <a:pt x="171462" y="236790"/>
                  <a:pt x="478094" y="149902"/>
                  <a:pt x="314066" y="149902"/>
                </a:cubicBezTo>
                <a:cubicBezTo>
                  <a:pt x="245840" y="149902"/>
                  <a:pt x="143578" y="299217"/>
                  <a:pt x="127030" y="233029"/>
                </a:cubicBezTo>
                <a:cubicBezTo>
                  <a:pt x="109549" y="163108"/>
                  <a:pt x="357718" y="60654"/>
                  <a:pt x="303675" y="108339"/>
                </a:cubicBezTo>
                <a:cubicBezTo>
                  <a:pt x="244793" y="160293"/>
                  <a:pt x="63371" y="310178"/>
                  <a:pt x="127030" y="264202"/>
                </a:cubicBezTo>
                <a:cubicBezTo>
                  <a:pt x="608569" y="-83577"/>
                  <a:pt x="96563" y="291532"/>
                  <a:pt x="54293" y="295375"/>
                </a:cubicBezTo>
                <a:cubicBezTo>
                  <a:pt x="-16483" y="301809"/>
                  <a:pt x="199766" y="68443"/>
                  <a:pt x="199766" y="139511"/>
                </a:cubicBezTo>
                <a:cubicBezTo>
                  <a:pt x="199766" y="230530"/>
                  <a:pt x="-103453" y="489299"/>
                  <a:pt x="158203" y="253811"/>
                </a:cubicBezTo>
                <a:cubicBezTo>
                  <a:pt x="87136" y="245915"/>
                  <a:pt x="-151384" y="237168"/>
                  <a:pt x="241330" y="149902"/>
                </a:cubicBezTo>
                <a:cubicBezTo>
                  <a:pt x="277272" y="141915"/>
                  <a:pt x="185064" y="197457"/>
                  <a:pt x="158203" y="222639"/>
                </a:cubicBezTo>
                <a:cubicBezTo>
                  <a:pt x="129615" y="249440"/>
                  <a:pt x="43188" y="328543"/>
                  <a:pt x="75075" y="305766"/>
                </a:cubicBezTo>
                <a:cubicBezTo>
                  <a:pt x="155191" y="248540"/>
                  <a:pt x="227475" y="181075"/>
                  <a:pt x="303675" y="118729"/>
                </a:cubicBezTo>
                <a:cubicBezTo>
                  <a:pt x="286357" y="111802"/>
                  <a:pt x="270280" y="96092"/>
                  <a:pt x="251721" y="97948"/>
                </a:cubicBezTo>
                <a:cubicBezTo>
                  <a:pt x="231625" y="99958"/>
                  <a:pt x="215671" y="116673"/>
                  <a:pt x="199766" y="129120"/>
                </a:cubicBezTo>
                <a:cubicBezTo>
                  <a:pt x="135856" y="179137"/>
                  <a:pt x="32413" y="206252"/>
                  <a:pt x="12730" y="284984"/>
                </a:cubicBezTo>
                <a:cubicBezTo>
                  <a:pt x="-1941" y="343668"/>
                  <a:pt x="169039" y="152581"/>
                  <a:pt x="178984" y="212248"/>
                </a:cubicBezTo>
                <a:cubicBezTo>
                  <a:pt x="190287" y="280063"/>
                  <a:pt x="-34084" y="309194"/>
                  <a:pt x="23121" y="347329"/>
                </a:cubicBezTo>
                <a:cubicBezTo>
                  <a:pt x="83916" y="387857"/>
                  <a:pt x="264017" y="183657"/>
                  <a:pt x="210157" y="233029"/>
                </a:cubicBezTo>
                <a:cubicBezTo>
                  <a:pt x="168593" y="271129"/>
                  <a:pt x="35967" y="374328"/>
                  <a:pt x="85466" y="347329"/>
                </a:cubicBezTo>
                <a:cubicBezTo>
                  <a:pt x="485887" y="128919"/>
                  <a:pt x="355473" y="168860"/>
                  <a:pt x="147812" y="181075"/>
                </a:cubicBezTo>
                <a:cubicBezTo>
                  <a:pt x="433453" y="-76001"/>
                  <a:pt x="66578" y="249104"/>
                  <a:pt x="75075" y="274593"/>
                </a:cubicBezTo>
                <a:cubicBezTo>
                  <a:pt x="100739" y="351584"/>
                  <a:pt x="207273" y="178553"/>
                  <a:pt x="262112" y="118729"/>
                </a:cubicBezTo>
                <a:cubicBezTo>
                  <a:pt x="279937" y="99284"/>
                  <a:pt x="212569" y="137338"/>
                  <a:pt x="189375" y="149902"/>
                </a:cubicBezTo>
                <a:cubicBezTo>
                  <a:pt x="129308" y="182439"/>
                  <a:pt x="-31728" y="305678"/>
                  <a:pt x="12730" y="253811"/>
                </a:cubicBezTo>
                <a:cubicBezTo>
                  <a:pt x="97581" y="154818"/>
                  <a:pt x="191534" y="48985"/>
                  <a:pt x="314066" y="4429"/>
                </a:cubicBezTo>
                <a:cubicBezTo>
                  <a:pt x="401652" y="-27420"/>
                  <a:pt x="138590" y="119771"/>
                  <a:pt x="127030" y="212248"/>
                </a:cubicBezTo>
                <a:cubicBezTo>
                  <a:pt x="118090" y="283765"/>
                  <a:pt x="231602" y="87557"/>
                  <a:pt x="303675" y="87557"/>
                </a:cubicBezTo>
                <a:cubicBezTo>
                  <a:pt x="332440" y="87557"/>
                  <a:pt x="144714" y="240807"/>
                  <a:pt x="116639" y="264202"/>
                </a:cubicBezTo>
                <a:cubicBezTo>
                  <a:pt x="95857" y="281520"/>
                  <a:pt x="31096" y="330075"/>
                  <a:pt x="54293" y="316157"/>
                </a:cubicBezTo>
                <a:cubicBezTo>
                  <a:pt x="71611" y="305766"/>
                  <a:pt x="90343" y="297431"/>
                  <a:pt x="106248" y="284984"/>
                </a:cubicBezTo>
                <a:cubicBezTo>
                  <a:pt x="170158" y="234967"/>
                  <a:pt x="346725" y="68044"/>
                  <a:pt x="293284" y="129120"/>
                </a:cubicBezTo>
                <a:cubicBezTo>
                  <a:pt x="244793" y="184538"/>
                  <a:pt x="175160" y="227004"/>
                  <a:pt x="147812" y="295375"/>
                </a:cubicBezTo>
                <a:cubicBezTo>
                  <a:pt x="132811" y="332879"/>
                  <a:pt x="218112" y="255435"/>
                  <a:pt x="251721" y="233029"/>
                </a:cubicBezTo>
                <a:cubicBezTo>
                  <a:pt x="270174" y="220727"/>
                  <a:pt x="319357" y="175784"/>
                  <a:pt x="303675" y="191466"/>
                </a:cubicBezTo>
                <a:cubicBezTo>
                  <a:pt x="274183" y="220958"/>
                  <a:pt x="243215" y="249163"/>
                  <a:pt x="210157" y="274593"/>
                </a:cubicBezTo>
                <a:cubicBezTo>
                  <a:pt x="197879" y="284037"/>
                  <a:pt x="157999" y="306675"/>
                  <a:pt x="168593" y="295375"/>
                </a:cubicBezTo>
                <a:cubicBezTo>
                  <a:pt x="358037" y="93303"/>
                  <a:pt x="465493" y="86235"/>
                  <a:pt x="272503" y="129120"/>
                </a:cubicBezTo>
                <a:cubicBezTo>
                  <a:pt x="244932" y="211833"/>
                  <a:pt x="273512" y="96213"/>
                  <a:pt x="334848" y="243420"/>
                </a:cubicBezTo>
                <a:cubicBezTo>
                  <a:pt x="356534" y="295467"/>
                  <a:pt x="355630" y="354257"/>
                  <a:pt x="366021" y="409675"/>
                </a:cubicBezTo>
                <a:cubicBezTo>
                  <a:pt x="362557" y="499730"/>
                  <a:pt x="361252" y="589893"/>
                  <a:pt x="355630" y="679839"/>
                </a:cubicBezTo>
                <a:cubicBezTo>
                  <a:pt x="354316" y="700866"/>
                  <a:pt x="343332" y="763166"/>
                  <a:pt x="345239" y="742184"/>
                </a:cubicBezTo>
                <a:cubicBezTo>
                  <a:pt x="357533" y="606951"/>
                  <a:pt x="372130" y="471934"/>
                  <a:pt x="386803" y="336939"/>
                </a:cubicBezTo>
                <a:cubicBezTo>
                  <a:pt x="389450" y="312591"/>
                  <a:pt x="392061" y="288150"/>
                  <a:pt x="397193" y="264202"/>
                </a:cubicBezTo>
                <a:cubicBezTo>
                  <a:pt x="402476" y="239546"/>
                  <a:pt x="411048" y="215711"/>
                  <a:pt x="417975" y="191466"/>
                </a:cubicBezTo>
                <a:cubicBezTo>
                  <a:pt x="404121" y="309230"/>
                  <a:pt x="399666" y="428484"/>
                  <a:pt x="376412" y="544757"/>
                </a:cubicBezTo>
                <a:cubicBezTo>
                  <a:pt x="370261" y="575512"/>
                  <a:pt x="396063" y="442227"/>
                  <a:pt x="366021" y="451239"/>
                </a:cubicBezTo>
                <a:cubicBezTo>
                  <a:pt x="316258" y="466168"/>
                  <a:pt x="303676" y="534366"/>
                  <a:pt x="272503" y="575929"/>
                </a:cubicBezTo>
                <a:cubicBezTo>
                  <a:pt x="265576" y="600175"/>
                  <a:pt x="248937" y="673728"/>
                  <a:pt x="251721" y="648666"/>
                </a:cubicBezTo>
                <a:cubicBezTo>
                  <a:pt x="263945" y="538640"/>
                  <a:pt x="292723" y="454043"/>
                  <a:pt x="314066" y="347329"/>
                </a:cubicBezTo>
                <a:cubicBezTo>
                  <a:pt x="318869" y="323313"/>
                  <a:pt x="319029" y="298475"/>
                  <a:pt x="324457" y="274593"/>
                </a:cubicBezTo>
                <a:cubicBezTo>
                  <a:pt x="336374" y="222160"/>
                  <a:pt x="371959" y="65288"/>
                  <a:pt x="366021" y="118729"/>
                </a:cubicBezTo>
                <a:cubicBezTo>
                  <a:pt x="349734" y="265307"/>
                  <a:pt x="318554" y="409849"/>
                  <a:pt x="293284" y="555148"/>
                </a:cubicBezTo>
                <a:cubicBezTo>
                  <a:pt x="290837" y="569218"/>
                  <a:pt x="285694" y="582708"/>
                  <a:pt x="282893" y="596711"/>
                </a:cubicBezTo>
                <a:cubicBezTo>
                  <a:pt x="278761" y="617370"/>
                  <a:pt x="264940" y="678721"/>
                  <a:pt x="272503" y="659057"/>
                </a:cubicBezTo>
                <a:cubicBezTo>
                  <a:pt x="297277" y="594644"/>
                  <a:pt x="314066" y="527438"/>
                  <a:pt x="334848" y="461629"/>
                </a:cubicBezTo>
                <a:cubicBezTo>
                  <a:pt x="338312" y="437384"/>
                  <a:pt x="340436" y="412909"/>
                  <a:pt x="345239" y="388893"/>
                </a:cubicBezTo>
                <a:cubicBezTo>
                  <a:pt x="351152" y="359328"/>
                  <a:pt x="375817" y="317347"/>
                  <a:pt x="386803" y="295375"/>
                </a:cubicBezTo>
                <a:cubicBezTo>
                  <a:pt x="362557" y="399284"/>
                  <a:pt x="314066" y="500402"/>
                  <a:pt x="314066" y="607102"/>
                </a:cubicBezTo>
                <a:cubicBezTo>
                  <a:pt x="314066" y="687066"/>
                  <a:pt x="368488" y="456341"/>
                  <a:pt x="386803" y="378502"/>
                </a:cubicBezTo>
                <a:cubicBezTo>
                  <a:pt x="391429" y="358842"/>
                  <a:pt x="366021" y="413139"/>
                  <a:pt x="355630" y="430457"/>
                </a:cubicBezTo>
                <a:cubicBezTo>
                  <a:pt x="376412" y="364648"/>
                  <a:pt x="434713" y="166077"/>
                  <a:pt x="417975" y="233029"/>
                </a:cubicBezTo>
                <a:cubicBezTo>
                  <a:pt x="378874" y="389432"/>
                  <a:pt x="412598" y="261221"/>
                  <a:pt x="282893" y="607102"/>
                </a:cubicBezTo>
                <a:cubicBezTo>
                  <a:pt x="307139" y="472020"/>
                  <a:pt x="273285" y="92065"/>
                  <a:pt x="355630" y="201857"/>
                </a:cubicBezTo>
                <a:cubicBezTo>
                  <a:pt x="453327" y="332118"/>
                  <a:pt x="328626" y="528251"/>
                  <a:pt x="345239" y="690229"/>
                </a:cubicBezTo>
                <a:cubicBezTo>
                  <a:pt x="348573" y="722734"/>
                  <a:pt x="382580" y="636328"/>
                  <a:pt x="397193" y="607102"/>
                </a:cubicBezTo>
                <a:cubicBezTo>
                  <a:pt x="443336" y="514817"/>
                  <a:pt x="462733" y="399296"/>
                  <a:pt x="407584" y="638275"/>
                </a:cubicBezTo>
                <a:cubicBezTo>
                  <a:pt x="421439" y="510120"/>
                  <a:pt x="469251" y="381135"/>
                  <a:pt x="449148" y="253811"/>
                </a:cubicBezTo>
                <a:cubicBezTo>
                  <a:pt x="442820" y="213730"/>
                  <a:pt x="337292" y="567782"/>
                  <a:pt x="334848" y="575929"/>
                </a:cubicBezTo>
                <a:cubicBezTo>
                  <a:pt x="331701" y="586420"/>
                  <a:pt x="340766" y="554755"/>
                  <a:pt x="345239" y="544757"/>
                </a:cubicBezTo>
                <a:cubicBezTo>
                  <a:pt x="404121" y="413139"/>
                  <a:pt x="441903" y="269875"/>
                  <a:pt x="521884" y="149902"/>
                </a:cubicBezTo>
                <a:cubicBezTo>
                  <a:pt x="610526" y="16939"/>
                  <a:pt x="246455" y="901256"/>
                  <a:pt x="314066" y="669448"/>
                </a:cubicBezTo>
                <a:lnTo>
                  <a:pt x="386803" y="420066"/>
                </a:lnTo>
                <a:cubicBezTo>
                  <a:pt x="372948" y="558611"/>
                  <a:pt x="389269" y="703611"/>
                  <a:pt x="345239" y="835702"/>
                </a:cubicBezTo>
                <a:cubicBezTo>
                  <a:pt x="341951" y="845566"/>
                  <a:pt x="316538" y="917509"/>
                  <a:pt x="324457" y="918829"/>
                </a:cubicBezTo>
                <a:cubicBezTo>
                  <a:pt x="389729" y="929708"/>
                  <a:pt x="456075" y="904975"/>
                  <a:pt x="521884" y="898048"/>
                </a:cubicBezTo>
                <a:cubicBezTo>
                  <a:pt x="559984" y="887657"/>
                  <a:pt x="598358" y="878223"/>
                  <a:pt x="636184" y="866875"/>
                </a:cubicBezTo>
                <a:cubicBezTo>
                  <a:pt x="695573" y="849058"/>
                  <a:pt x="746987" y="831228"/>
                  <a:pt x="802439" y="804529"/>
                </a:cubicBezTo>
                <a:cubicBezTo>
                  <a:pt x="1058962" y="681018"/>
                  <a:pt x="1081300" y="694700"/>
                  <a:pt x="885566" y="711011"/>
                </a:cubicBezTo>
                <a:cubicBezTo>
                  <a:pt x="854393" y="728329"/>
                  <a:pt x="823944" y="747018"/>
                  <a:pt x="792048" y="762966"/>
                </a:cubicBezTo>
                <a:cubicBezTo>
                  <a:pt x="782251" y="767864"/>
                  <a:pt x="770863" y="768862"/>
                  <a:pt x="760875" y="773357"/>
                </a:cubicBezTo>
                <a:cubicBezTo>
                  <a:pt x="701531" y="800062"/>
                  <a:pt x="640371" y="823574"/>
                  <a:pt x="584230" y="856484"/>
                </a:cubicBezTo>
                <a:cubicBezTo>
                  <a:pt x="539409" y="882758"/>
                  <a:pt x="409205" y="962878"/>
                  <a:pt x="459539" y="950002"/>
                </a:cubicBezTo>
                <a:cubicBezTo>
                  <a:pt x="655919" y="899765"/>
                  <a:pt x="851477" y="836240"/>
                  <a:pt x="1031039" y="742184"/>
                </a:cubicBezTo>
                <a:cubicBezTo>
                  <a:pt x="1138951" y="685659"/>
                  <a:pt x="783517" y="896142"/>
                  <a:pt x="677748" y="835702"/>
                </a:cubicBezTo>
                <a:cubicBezTo>
                  <a:pt x="587630" y="784205"/>
                  <a:pt x="1056228" y="666214"/>
                  <a:pt x="958303" y="700620"/>
                </a:cubicBezTo>
                <a:cubicBezTo>
                  <a:pt x="830148" y="745647"/>
                  <a:pt x="707036" y="809063"/>
                  <a:pt x="573839" y="835702"/>
                </a:cubicBezTo>
                <a:cubicBezTo>
                  <a:pt x="359149" y="878640"/>
                  <a:pt x="1027953" y="661114"/>
                  <a:pt x="999866" y="679839"/>
                </a:cubicBezTo>
                <a:cubicBezTo>
                  <a:pt x="926659" y="728645"/>
                  <a:pt x="843208" y="738853"/>
                  <a:pt x="760875" y="752575"/>
                </a:cubicBezTo>
                <a:cubicBezTo>
                  <a:pt x="732757" y="771321"/>
                  <a:pt x="721098" y="780956"/>
                  <a:pt x="688139" y="794139"/>
                </a:cubicBezTo>
                <a:cubicBezTo>
                  <a:pt x="667800" y="802275"/>
                  <a:pt x="603887" y="814920"/>
                  <a:pt x="625793" y="814920"/>
                </a:cubicBezTo>
                <a:cubicBezTo>
                  <a:pt x="657726" y="814920"/>
                  <a:pt x="687999" y="800401"/>
                  <a:pt x="719312" y="794139"/>
                </a:cubicBezTo>
                <a:cubicBezTo>
                  <a:pt x="739971" y="790007"/>
                  <a:pt x="800910" y="775192"/>
                  <a:pt x="781657" y="783748"/>
                </a:cubicBezTo>
                <a:cubicBezTo>
                  <a:pt x="763201" y="791950"/>
                  <a:pt x="619262" y="846093"/>
                  <a:pt x="563448" y="846093"/>
                </a:cubicBezTo>
                <a:cubicBezTo>
                  <a:pt x="552495" y="846093"/>
                  <a:pt x="583980" y="838297"/>
                  <a:pt x="594621" y="835702"/>
                </a:cubicBezTo>
                <a:cubicBezTo>
                  <a:pt x="736630" y="801066"/>
                  <a:pt x="877853" y="763029"/>
                  <a:pt x="1020648" y="731793"/>
                </a:cubicBezTo>
                <a:cubicBezTo>
                  <a:pt x="1052748" y="724771"/>
                  <a:pt x="894271" y="762966"/>
                  <a:pt x="927130" y="762966"/>
                </a:cubicBezTo>
                <a:cubicBezTo>
                  <a:pt x="973341" y="762966"/>
                  <a:pt x="1106519" y="718665"/>
                  <a:pt x="1062212" y="731793"/>
                </a:cubicBezTo>
                <a:cubicBezTo>
                  <a:pt x="924443" y="772613"/>
                  <a:pt x="785121" y="807993"/>
                  <a:pt x="646575" y="846093"/>
                </a:cubicBezTo>
                <a:cubicBezTo>
                  <a:pt x="636184" y="870338"/>
                  <a:pt x="632773" y="898977"/>
                  <a:pt x="615403" y="918829"/>
                </a:cubicBezTo>
                <a:cubicBezTo>
                  <a:pt x="605999" y="929577"/>
                  <a:pt x="560351" y="933912"/>
                  <a:pt x="573839" y="929220"/>
                </a:cubicBezTo>
                <a:cubicBezTo>
                  <a:pt x="666944" y="896836"/>
                  <a:pt x="760875" y="866875"/>
                  <a:pt x="854393" y="835702"/>
                </a:cubicBezTo>
                <a:cubicBezTo>
                  <a:pt x="945466" y="744629"/>
                  <a:pt x="829939" y="856080"/>
                  <a:pt x="916739" y="783748"/>
                </a:cubicBezTo>
                <a:cubicBezTo>
                  <a:pt x="928028" y="774341"/>
                  <a:pt x="962123" y="748835"/>
                  <a:pt x="947912" y="752575"/>
                </a:cubicBezTo>
                <a:cubicBezTo>
                  <a:pt x="869500" y="773210"/>
                  <a:pt x="794989" y="806595"/>
                  <a:pt x="719312" y="835702"/>
                </a:cubicBezTo>
                <a:cubicBezTo>
                  <a:pt x="704854" y="841263"/>
                  <a:pt x="677748" y="856484"/>
                  <a:pt x="677748" y="856484"/>
                </a:cubicBezTo>
              </a:path>
            </a:pathLst>
          </a:cu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25B1B9CD-8A37-2DAA-097E-0649FC51F209}"/>
              </a:ext>
            </a:extLst>
          </p:cNvPr>
          <p:cNvSpPr/>
          <p:nvPr/>
        </p:nvSpPr>
        <p:spPr>
          <a:xfrm>
            <a:off x="187922" y="5679370"/>
            <a:ext cx="5879805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铲子坏了，人也飞了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6460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184"/>
    </mc:Choice>
    <mc:Fallback xmlns="">
      <p:transition spd="slow" advTm="351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500"/>
                            </p:stCondLst>
                            <p:childTnLst>
                              <p:par>
                                <p:cTn id="1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0"/>
                            </p:stCondLst>
                            <p:childTnLst>
                              <p:par>
                                <p:cTn id="2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2 -2.59259E-6 L -0.45248 -0.22893 L -0.67162 -0.31389 L -0.4491 -0.23611 L -0.70704 -0.31666 L -0.39962 -0.22592 L -0.67826 -0.30208 L -0.39311 -0.23472 L -0.656 -0.3081 L -0.3741 -0.22014 L -0.67162 -0.2993 L -0.33373 -0.23472 L -0.67501 -0.31389 L -0.38894 -0.2375 " pathEditMode="relative" ptsTypes="AAAAAAAAAAAAAA">
                                      <p:cBhvr>
                                        <p:cTn id="2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0"/>
                            </p:stCondLst>
                            <p:childTnLst>
                              <p:par>
                                <p:cTn id="25" presetID="0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51 0.02061 L 0.2332 0.0676 " pathEditMode="relative" ptsTypes="AA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8894 -0.2375 L -0.3362 0.02338 C -0.33568 0.03125 -0.33503 0.03913 -0.33464 0.04676 C -0.33425 0.05232 -0.33412 0.05764 -0.33373 0.06297 C -0.3336 0.06505 -0.33308 0.07338 -0.33217 0.07616 C -0.32618 0.09468 -0.32435 0.10255 -0.31732 0.11575 C -0.31381 0.12223 -0.31003 0.12825 -0.30652 0.13473 C -0.30391 0.13982 -0.30196 0.14607 -0.29922 0.15093 C -0.29727 0.1544 -0.29467 0.15649 -0.29258 0.15973 C -0.28152 0.17616 -0.28321 0.17755 -0.26954 0.19329 C -0.26263 0.20139 -0.25521 0.20811 -0.24805 0.21528 C -0.24402 0.21945 -0.22631 0.23658 -0.22409 0.23727 C -0.22058 0.23889 -0.21693 0.24005 -0.21342 0.24167 C -0.21068 0.24306 -0.20808 0.24514 -0.20521 0.24607 C -0.20222 0.24723 -0.19909 0.247 -0.1961 0.24769 C -0.19284 0.24838 -0.18959 0.24954 -0.1862 0.25047 C -0.1698 0.24908 -0.15313 0.25047 -0.13685 0.24607 C -0.12735 0.24352 -0.11875 0.23519 -0.10964 0.2301 C -0.07748 0.21181 -0.10586 0.23426 -0.04857 0.18612 L -0.01563 0.15811 L -0.00326 0.14792 C 0.0319 0.11829 0.01966 0.13195 0.0371 0.11135 C 0.03984 0.10348 0.04375 0.09653 0.04531 0.08797 C 0.04739 0.07709 0.04804 0.06551 0.04778 0.05417 C 0.04635 -0.03009 0.02812 -0.10162 0.00416 -0.17731 C -0.01745 -0.24537 -0.01902 -0.26388 -0.05027 -0.31504 C -0.06068 -0.33217 -0.07162 -0.34884 -0.08399 -0.36041 C -0.14792 -0.42083 -0.1767 -0.4405 -0.2448 -0.45578 C -0.26654 -0.46064 -0.28868 -0.45972 -0.31068 -0.46157 C -0.36068 -0.44305 -0.41133 -0.42893 -0.46068 -0.40601 C -0.47045 -0.40138 -0.47891 -0.39004 -0.48711 -0.37962 C -0.51303 -0.34606 -0.53959 -0.31319 -0.5629 -0.27407 C -0.58321 -0.24004 -0.59922 -0.19884 -0.61732 -0.16111 C -0.62852 -0.10162 -0.65287 -0.04513 -0.65105 0.0176 C -0.64935 0.08241 -0.63047 0.14607 -0.60743 0.1963 C -0.5543 0.31204 -0.50261 0.34908 -0.42774 0.375 C -0.4099 0.38125 -0.39141 0.37987 -0.37331 0.38241 C -0.30443 0.35788 -0.23373 0.34584 -0.16641 0.30903 C -0.06654 0.25463 -0.03594 0.16713 0.0371 0.03959 C 0.0388 0.01991 0.04049 0.00047 0.04205 -0.01898 C 0.0427 -0.02777 0.04362 -0.03657 0.04375 -0.04537 C 0.04388 -0.05925 0.04362 -0.07291 0.04283 -0.08657 C 0.04257 -0.09259 0.04179 -0.09861 0.04036 -0.10416 C 0.03658 -0.11967 0.03346 -0.13657 0.02721 -0.14953 C 0.01588 -0.17291 0.00247 -0.19282 -0.01146 -0.21111 C -0.02891 -0.23356 -0.06172 -0.24953 -0.08073 -0.25787 C -0.11849 -0.27453 -0.13868 -0.27685 -0.178 -0.28587 C -0.22058 -0.28472 -0.26342 -0.29004 -0.30573 -0.28287 C -0.33842 -0.27731 -0.38894 -0.2405 -0.42032 -0.2199 C -0.5056 -0.07685 -0.57527 -0.05324 -0.59011 0.11274 C -0.59284 0.14329 -0.59284 0.17431 -0.59428 0.2051 C -0.59063 0.22524 -0.58907 0.24653 -0.58347 0.26528 C -0.57253 0.30186 -0.55717 0.32639 -0.53568 0.34144 C -0.52487 0.34885 -0.51316 0.35116 -0.50196 0.35602 C -0.46615 0.34908 -0.42969 0.35024 -0.3948 0.33542 C -0.3681 0.32431 -0.25808 0.25649 -0.22084 0.2095 C -0.19896 0.18195 -0.17956 0.14815 -0.16068 0.11436 C -0.14727 0.09005 -0.13633 0.04329 -0.12852 0.01459 C -0.12579 -0.02291 -0.12071 -0.06018 -0.12032 -0.09814 C -0.12006 -0.12592 -0.13451 -0.19722 -0.14336 -0.2155 C -0.17904 -0.28888 -0.21459 -0.3368 -0.26368 -0.37361 C -0.28555 -0.39004 -0.30873 -0.4 -0.33125 -0.41319 L -0.61146 -0.40601 C -0.63672 -0.40185 -0.70586 -0.33449 -0.73191 -0.31064 C -0.82071 -0.02199 -0.91537 0.00625 -0.8487 0.2051 C -0.84193 0.22547 -0.83438 0.24607 -0.82409 0.26088 C -0.80925 0.28172 -0.79102 0.29399 -0.77474 0.31065 C -0.63894 0.27454 -0.5017 0.25394 -0.36758 0.20209 C -0.33803 0.19075 -0.3129 0.15463 -0.28842 0.12315 C -0.24089 0.06158 -0.19454 -0.00347 -0.15248 -0.07615 C -0.12149 -0.12986 -0.09818 -0.21481 -0.07748 -0.28287 C -0.12279 -0.50856 -0.09935 -0.79166 -0.23816 -0.83796 C -0.28998 -0.85532 -0.3431 -0.8574 -0.39558 -0.86736 C -0.45352 -0.85208 -0.51511 -0.86064 -0.56954 -0.82175 C -0.73503 -0.70347 -0.73516 -0.68171 -0.8043 -0.51574 C -0.81875 -0.40393 -0.8418 -0.29444 -0.84792 -0.18032 C -0.8487 -0.16597 -0.82188 -0.04814 -0.80261 -0.03958 C -0.69349 0.0088 -0.58125 0.03264 -0.47058 0.06875 C -0.1254 -0.08981 -0.20808 0.00556 0.06015 -0.30763 C 0.06536 -0.31365 0.06562 -0.32731 0.06848 -0.33703 C 0.06302 -0.38518 0.06445 -0.43078 0.00833 -0.3956 C -0.17149 -0.28356 -0.34388 -0.13773 -0.52006 -0.00879 C -0.53321 0.03033 -0.55079 0.06551 -0.55964 0.10834 C -0.57553 0.18565 -0.53282 0.2294 -0.49454 0.24167 C -0.43386 0.26112 -0.37136 0.25047 -0.3099 0.25487 C -0.02435 0.222 0.08619 0.2257 0.44921 -0.12175 C 0.48997 -0.16064 0.48164 -0.32615 0.44179 -0.36782 C 0.31653 -0.4993 0.16106 -0.5037 0.02057 -0.57129 C -0.08985 -0.53009 -0.25118 -0.61736 -0.31068 -0.44699 C -0.56719 0.28866 -0.20365 0.24213 -0.04037 0.27848 C 0.06002 0.23334 0.19101 0.2257 0.22343 -0.01759 C 0.24505 -0.18078 0.12083 -0.37361 0.04947 -0.40601 C -0.08243 -0.4655 -0.22032 -0.46944 -0.35521 -0.50115 C -0.43086 -0.47175 -0.62123 -0.43657 -0.67995 -0.28587 C -0.71094 -0.20601 -0.70352 -0.09629 -0.71537 -0.00162 C -0.55743 0.05417 -0.40248 0.175 -0.24141 0.16551 C -0.14493 0.15973 0.00286 0.12269 0.02304 -0.04537 C 0.09856 -0.67314 -0.10691 -0.63773 -0.26954 -0.66064 C -0.31394 -0.63958 -0.38021 -0.66875 -0.403 -0.59768 C -0.45456 -0.4368 -0.52084 0.02732 -0.34857 0.13195 C -0.17852 0.23496 0.0052 0.24329 0.18216 0.29885 C 0.2 0.26274 0.23151 0.23797 0.2358 0.19051 C 0.26862 -0.17893 0.02903 -0.47291 -0.103 -0.62685 C -0.18503 -0.72268 -0.29141 -0.72453 -0.38568 -0.77337 C -0.42331 -0.74606 -0.49154 -0.7625 -0.49857 -0.69143 C -0.52019 -0.47291 -0.49558 -0.05162 -0.33373 0.03218 C -0.23816 0.08172 -0.13542 0.06551 -0.0362 0.08195 C -0.01784 0.05463 0.00898 0.03866 0.01901 -4.07407E-6 C 0.07578 -0.22175 -0.00665 -0.42337 -0.10625 -0.57129 C -0.16862 -0.66388 -0.25573 -0.68449 -0.33047 -0.7412 C -0.52344 -0.7324 -0.59961 -0.80532 -0.73842 -0.55949 C -0.76537 -0.51203 -0.7698 -0.43657 -0.78529 -0.37523 C -0.68243 -0.17986 -0.61602 0.11088 -0.47631 0.21088 C -0.36211 0.29283 -0.19271 0.27269 -0.1112 0.10834 C 0.03046 -0.17708 -0.41316 -0.19629 -0.42357 -0.19791 C -0.47774 -0.17731 -0.54297 -0.19837 -0.58594 -0.13634 C -0.64662 -0.04861 -0.68816 0.22084 -0.56459 0.26088 C -0.3724 0.32269 -0.175 0.30973 0.01979 0.33403 C 0.02447 0.31505 0.03997 0.29445 0.03385 0.27686 C -0.10482 -0.11597 -0.12175 -0.03333 -0.38073 -0.19791 C -0.45599 -0.15046 -0.56758 -0.17962 -0.60665 -0.05578 C -0.73008 0.33658 -0.5737 0.37153 -0.47058 0.4294 C -0.40717 0.40487 -0.33763 0.40996 -0.28021 0.35602 C -0.25196 0.3294 -0.22331 0.26019 -0.23399 0.20649 C -0.26693 0.04144 -0.34284 -0.08541 -0.39727 -0.23148 C -0.43321 -0.21944 -0.48178 -0.2449 -0.50521 -0.1949 C -0.63334 0.07778 -0.58073 0.13704 -0.51758 0.36621 C -0.39545 0.35232 -0.18555 0.47894 -0.13099 0.19769 C -0.12058 0.14375 -0.12826 0.08357 -0.12696 0.02639 C -0.16563 -0.05092 -0.19766 -0.1405 -0.2431 -0.20509 C -0.32123 -0.31643 -0.4599 -0.13518 -0.50691 -0.10115 C -0.47487 -0.05578 -0.2974 0.39051 -0.17631 0.21528 C -0.1431 0.16713 -0.12631 0.09121 -0.10131 0.02917 C -0.11459 0.00232 -0.12553 -0.02824 -0.14089 -0.05138 C -0.14558 -0.05833 -0.15313 -0.06018 -0.15899 -0.05717 C -0.17891 -0.04675 -0.19701 -0.02685 -0.21589 -0.0118 C -0.22058 0.0088 -0.22917 0.02778 -0.22995 0.04977 C -0.2306 0.07061 -0.22865 0.09561 -0.22006 0.10996 C -0.178 0.17987 -0.13763 0.16505 -0.0849 0.16991 C -0.07383 0.16459 -0.06277 0.15973 -0.05196 0.15371 C -0.04766 0.15163 -0.04493 0.1463 -0.04115 0.14213 C -0.01381 0.11135 -0.03034 0.13172 -0.01641 0.11436 C -0.01316 0.10232 -0.01316 0.10139 -0.00743 0.08797 C -0.00456 0.08125 -0.00339 0.08218 6.25E-7 0.07616 C 0.00104 0.07431 0.00325 0.06829 0.00416 0.06598 C 0.00559 0.05533 0.00507 0.06088 0.00585 0.04399 C 0.00612 0.03704 0.00638 0.03033 0.00664 0.02338 C 0.00612 0.02153 0.00585 0.01899 0.00494 0.0176 C 0.00416 0.01598 0.00273 0.01575 0.00169 0.01459 C 6.25E-7 0.01297 -0.00274 0.00926 -0.00404 0.00718 C -0.00469 0.00533 -0.0056 0.00348 -0.00573 0.00139 C -0.00612 -0.00324 -0.0043 -0.0037 -0.00248 -0.00439 C -0.00196 -0.00462 -0.00131 -0.00439 -0.00079 -0.00439 L -0.00079 -0.00439 " pathEditMode="relative" ptsTypes="AAAAAAAAAAAAAAAAAAAAAAAAAAAAAAAAAAAAAAAAAAAAAAAAAAAAAAAAAAAAAAAAAAAAAAAAAAAAAAAAAAAAAAAAAAAAAAAAAAAAAAAAAAAAAAAAAAAAAAAAAAAAAAAAAAAAAAAAAAAAAAAAAAAAAAAAAA">
                                      <p:cBhvr>
                                        <p:cTn id="2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30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325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4750"/>
                            </p:stCondLst>
                            <p:childTnLst>
                              <p:par>
                                <p:cTn id="50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0156 -0.00162 L -0.19545 -0.17453 " pathEditMode="relative" ptsTypes="AA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750"/>
                            </p:stCondLst>
                            <p:childTnLst>
                              <p:par>
                                <p:cTn id="53" presetID="0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438 0.06968 L 0.23438 0.06968 C 0.20716 0.0662 0.21953 0.06759 0.19727 0.06528 C 0.19584 0.06482 0.19245 0.0662 0.1931 0.06389 C 0.19401 0.06065 0.19688 0.06065 0.19883 0.05949 C 0.20196 0.05741 0.20664 0.05718 0.20964 0.05648 C 0.22005 0.04954 0.22735 0.04421 0.24011 0.0419 L 0.24831 0.04051 C 0.2513 0.03912 0.2543 0.03727 0.25742 0.03611 C 0.26068 0.03495 0.26407 0.03426 0.26732 0.0331 C 0.2681 0.03287 0.26888 0.03195 0.26979 0.03171 C 0.27201 0.03102 0.27422 0.03079 0.27644 0.03032 C 0.27826 0.02986 0.28399 0.02801 0.28216 0.0287 C 0.28099 0.0294 0.27995 0.02986 0.27891 0.03032 C 0.27722 0.03079 0.27552 0.03125 0.27396 0.03171 C 0.27279 0.03218 0.27175 0.03287 0.27058 0.0331 C 0.26862 0.0338 0.2668 0.03403 0.26485 0.03472 C 0.26068 0.03588 0.25664 0.0382 0.25248 0.03912 L 0.23763 0.0419 C 0.22969 0.04097 0.2194 0.04907 0.21367 0.03912 C 0.20899 0.03079 0.22696 0.03704 0.23347 0.03472 C 0.2349 0.03426 0.2362 0.03333 0.23763 0.0331 C 0.24258 0.03241 0.24753 0.03218 0.25248 0.03171 C 0.26016 0.03218 0.26797 0.03009 0.27552 0.0331 C 0.27748 0.03403 0.27214 0.03681 0.27058 0.03912 C 0.26927 0.04097 0.26797 0.04329 0.26654 0.04491 C 0.26407 0.04769 0.26159 0.05 0.25912 0.05208 C 0.25808 0.05301 0.25677 0.05301 0.25573 0.0537 C 0.2543 0.0544 0.253 0.05532 0.2517 0.05648 C 0.24427 0.0632 0.25104 0.05995 0.2418 0.0625 C 0.24011 0.06343 0.23854 0.06482 0.23685 0.06528 C 0.2194 0.0706 0.23021 0.0669 0.26979 0.06528 C 0.27279 0.06435 0.27578 0.0625 0.27891 0.0625 C 0.27982 0.0625 0.27735 0.06482 0.27644 0.06528 C 0.27396 0.06644 0.27136 0.0662 0.26901 0.0669 C 0.26563 0.06759 0.26237 0.06921 0.25912 0.06968 C 0.24922 0.07153 0.21992 0.07245 0.21537 0.07269 C 0.228 0.07708 0.22045 0.07523 0.24675 0.0713 C 0.25391 0.07014 0.26094 0.06806 0.2681 0.0669 C 0.27227 0.0662 0.28464 0.06528 0.28047 0.06528 C 0.26042 0.06597 0.24037 0.06736 0.22032 0.06829 L 0.21042 0.06968 C 0.20521 0.0706 0.20365 0.0713 0.19883 0.07269 C 0.19167 0.08125 0.2017 0.06898 0.20625 0.0669 C 0.20925 0.06528 0.21237 0.06435 0.21537 0.0625 C 0.21771 0.06088 0.21966 0.05787 0.22201 0.05648 C 0.22539 0.05463 0.22917 0.05394 0.23269 0.05208 C 0.23789 0.04954 0.2431 0.0463 0.24831 0.04352 C 0.25 0.04259 0.25157 0.04097 0.25326 0.04051 L 0.25912 0.03912 C 0.26068 0.03866 0.26237 0.03796 0.26407 0.0375 C 0.2668 0.03704 0.27227 0.03125 0.27227 0.03611 C 0.27227 0.04097 0.26667 0.03796 0.26407 0.03912 C 0.26068 0.04028 0.25742 0.0419 0.25417 0.04352 C 0.24701 0.04676 0.25834 0.04398 0.24258 0.04931 C 0.22826 0.05394 0.225 0.0537 0.2112 0.05509 C 0.19909 0.05995 0.20847 0.05671 0.19479 0.05949 C 0.17474 0.06343 0.21211 0.05972 0.21459 0.05949 C 0.24037 0.05185 0.21823 0.05787 0.24584 0.05208 L 0.27969 0.04491 L 0.28711 0.04352 L 0.30521 0.04051 C 0.30716 0.04005 0.31289 0.03866 0.31107 0.03912 C 0.30664 0.03982 0.30222 0.04097 0.29779 0.0419 C 0.28112 0.0507 0.29284 0.04537 0.26407 0.0537 C 0.24831 0.0581 0.25013 0.05833 0.23438 0.06088 C 0.23047 0.06157 0.22657 0.06181 0.22279 0.0625 C 0.21888 0.0632 0.21511 0.06482 0.2112 0.06528 C 0.20378 0.0662 0.19636 0.0662 0.18894 0.0669 C 0.20039 0.06435 0.21836 0.06042 0.22852 0.05949 C 0.23347 0.05903 0.24831 0.05648 0.24336 0.0581 C 0.23659 0.05995 0.21576 0.06157 0.20795 0.0625 C 0.20469 0.06343 0.19505 0.06273 0.19805 0.06528 C 0.20144 0.06829 0.20573 0.06412 0.20964 0.06389 L 0.26901 0.0625 C 0.26185 0.06296 0.25469 0.06273 0.24753 0.06389 C 0.24167 0.06482 0.23607 0.06759 0.23021 0.06829 L 0.21706 0.06968 L 0.20547 0.07269 C 0.20078 0.07407 0.1961 0.07593 0.19141 0.07708 C 0.18815 0.07778 0.1849 0.07801 0.18151 0.07847 C 0.17956 0.0794 0.17578 0.07778 0.17578 0.08148 C 0.17578 0.08495 0.17956 0.08287 0.18151 0.08287 C 0.18373 0.08287 0.18594 0.08171 0.18815 0.08148 C 0.19505 0.08032 0.20183 0.0794 0.20873 0.07847 C 0.21341 0.07708 0.2181 0.07523 0.22279 0.07407 C 0.23125 0.07222 0.24636 0.07083 0.25573 0.06968 C 0.25938 0.06875 0.26289 0.06759 0.26654 0.0669 C 0.27032 0.06597 0.27422 0.06644 0.278 0.06528 C 0.2806 0.06458 0.28295 0.06204 0.28542 0.06088 C 0.28737 0.06019 0.28933 0.05995 0.29128 0.05949 C 0.28047 0.05718 0.28164 0.05671 0.26654 0.05949 C 0.26446 0.05995 0.26263 0.06181 0.26068 0.0625 C 0.25847 0.0632 0.25625 0.06343 0.25417 0.06389 C 0.25248 0.06435 0.25078 0.06482 0.24922 0.06528 C 0.24662 0.0662 0.24427 0.06759 0.2418 0.06829 C 0.23907 0.06898 0.2362 0.06898 0.23347 0.06968 C 0.23047 0.0706 0.22748 0.07176 0.22448 0.07269 C 0.22227 0.07315 0.22005 0.07361 0.21784 0.07407 C 0.21446 0.075 0.2112 0.07616 0.20795 0.07708 C 0.20339 0.06482 0.20495 0.07222 0.22201 0.06528 C 0.2263 0.06366 0.23073 0.06273 0.23516 0.06088 C 0.23959 0.05926 0.24388 0.05648 0.24831 0.05509 C 0.25157 0.05417 0.25495 0.05417 0.25821 0.0537 C 0.26068 0.05324 0.26315 0.05278 0.26563 0.05208 C 0.27149 0.04931 0.28894 0.04144 0.28295 0.04352 L 0.27396 0.0463 C 0.27005 0.04769 0.26628 0.04931 0.26237 0.0507 C 0.26042 0.05139 0.25847 0.05162 0.25664 0.05208 C 0.24857 0.05463 0.24076 0.0588 0.23269 0.05949 C 0.22696 0.05995 0.20977 0.06343 0.21537 0.06088 C 0.22201 0.0581 0.22904 0.05903 0.23594 0.0581 C 0.24141 0.05718 0.24701 0.05625 0.25248 0.05509 C 0.25443 0.05463 0.25625 0.05394 0.25821 0.0537 C 0.26211 0.05301 0.26589 0.05278 0.26979 0.05208 C 0.27539 0.04722 0.27097 0.05023 0.27891 0.04792 C 0.27995 0.04745 0.28334 0.0463 0.28216 0.0463 C 0.27604 0.0463 0.26263 0.04838 0.25573 0.04931 C 0.24154 0.0544 0.25352 0.0507 0.23763 0.0537 C 0.21094 0.0588 0.23685 0.05486 0.21367 0.0581 C 0.20196 0.06227 0.20573 0.06134 0.19063 0.06389 C 0.17696 0.0662 0.16185 0.06644 0.20625 0.06389 C 0.21016 0.06343 0.21394 0.0632 0.21784 0.0625 C 0.2487 0.05602 0.22058 0.05995 0.24831 0.05509 C 0.25222 0.0544 0.25599 0.05417 0.2599 0.0537 C 0.26237 0.05324 0.26979 0.05185 0.26732 0.05208 C 0.25599 0.05347 0.24479 0.05509 0.23347 0.05648 C 0.22865 0.0581 0.21797 0.06111 0.21537 0.0625 C 0.2138 0.0632 0.21276 0.0662 0.2112 0.0669 C 0.20495 0.06921 0.18594 0.07315 0.19232 0.0713 C 0.20104 0.06852 0.19558 0.06991 0.20873 0.06829 C 0.23321 0.05857 0.21394 0.06482 0.23763 0.06088 C 0.24206 0.06019 0.24636 0.05903 0.25078 0.0581 C 0.25248 0.05764 0.25404 0.05671 0.25573 0.05648 C 0.26394 0.05532 0.27227 0.05463 0.28047 0.0537 C 0.29649 0.04653 0.28933 0.05046 0.25821 0.0537 C 0.24805 0.05602 0.23789 0.05787 0.22774 0.06088 C 0.22448 0.06204 0.2211 0.06296 0.21784 0.06389 C 0.21719 0.06412 0.18594 0.07037 0.19388 0.0669 C 0.20026 0.06389 0.20716 0.06505 0.21367 0.06389 C 0.2181 0.0632 0.22617 0.05926 0.22943 0.0581 C 0.23347 0.05648 0.23763 0.05509 0.2418 0.0537 C 0.24636 0.05208 0.24805 0.05232 0.25248 0.0507 C 0.25469 0.05 0.26133 0.04745 0.25912 0.04792 L 0.23516 0.05208 C 0.23295 0.05255 0.23073 0.05301 0.22852 0.0537 C 0.22357 0.05532 0.21875 0.0581 0.21367 0.05949 C 0.2099 0.06065 0.20599 0.06019 0.20222 0.06088 C 0.19805 0.06181 0.19388 0.06296 0.18985 0.06389 C 0.1849 0.06505 0.17995 0.06597 0.175 0.0669 C 0.1711 0.06736 0.16719 0.06782 0.16341 0.06829 C 0.16315 0.06829 0.16263 0.06829 0.16263 0.06829 C 0.1724 0.0625 0.16354 0.0669 0.17995 0.06389 C 0.20664 0.05903 0.17617 0.0625 0.203 0.05949 C 0.2211 0.05741 0.23933 0.05648 0.25742 0.0537 C 0.26042 0.05324 0.26341 0.05208 0.26654 0.05208 C 0.26875 0.05208 0.26211 0.05324 0.2599 0.0537 C 0.25664 0.05417 0.25326 0.0544 0.25 0.05509 C 0.24636 0.05579 0.24284 0.05764 0.23933 0.0581 C 0.23216 0.05903 0.225 0.05903 0.21784 0.05949 C 0.21172 0.06042 0.20573 0.0625 0.19974 0.0625 C 0.19414 0.0625 0.18854 0.06181 0.18321 0.05949 C 0.18099 0.05857 0.18763 0.05857 0.18985 0.0581 C 0.19284 0.05718 0.19584 0.05625 0.19883 0.05509 C 0.20456 0.05301 0.21433 0.04884 0.22032 0.04792 C 0.22578 0.04699 0.23125 0.04676 0.23685 0.0463 C 0.24232 0.04445 0.24766 0.04167 0.25326 0.04051 C 0.2599 0.03912 0.26654 0.04005 0.27305 0.03912 C 0.27617 0.03866 0.27904 0.03681 0.28216 0.03611 C 0.28516 0.03542 0.29427 0.0338 0.29128 0.03472 C 0.28907 0.03519 0.27461 0.03773 0.26979 0.03912 C 0.26641 0.03982 0.26315 0.0412 0.2599 0.0419 C 0.25742 0.04259 0.25495 0.04282 0.25248 0.04352 C 0.24974 0.04421 0.24701 0.04583 0.24427 0.0463 C 0.23321 0.04792 0.20026 0.05 0.2112 0.04931 C 0.23269 0.04769 0.22435 0.04792 0.23594 0.04792 L 0.23841 0.05949 " pathEditMode="relative" ptsTypes="AAAAAAAAAAAAAAAAAAAAAAAAAAAAAAAAAAAAAAAAAAAAAAAAAAAAAAAAAAAAAAAAAAAAAAAAAAAAAAAAAAAAAAAAAAAAAAAAAAAAAAAAAAAAAAAAAAAAAAAAAAAAAAAAAAAAAAAAAAAAAAAAAAAAAAAAAAAAAAAAAAAAAAAAAAAAAAAAA">
                                      <p:cBhvr>
                                        <p:cTn id="54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825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9750"/>
                            </p:stCondLst>
                            <p:childTnLst>
                              <p:par>
                                <p:cTn id="6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9760"/>
                            </p:stCondLst>
                            <p:childTnLst>
                              <p:par>
                                <p:cTn id="6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9770"/>
                            </p:stCondLst>
                            <p:childTnLst>
                              <p:par>
                                <p:cTn id="7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9780"/>
                            </p:stCondLst>
                            <p:childTnLst>
                              <p:par>
                                <p:cTn id="7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979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1290"/>
                            </p:stCondLst>
                            <p:childTnLst>
                              <p:par>
                                <p:cTn id="8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85185E-6 L -1.66667E-6 1.85185E-6 C -0.00221 -0.00162 -0.00443 -0.00347 -0.00664 -0.0044 C -0.0082 -0.00532 -0.01002 -0.00532 -0.01159 -0.00602 C -0.0138 -0.00671 -0.01601 -0.00787 -0.01823 -0.0088 L -0.02148 -0.01042 L -0.02812 -0.01319 C -0.03307 -0.01921 -0.02773 -0.01366 -0.03385 -0.01759 C -0.04245 -0.02338 -0.03203 -0.01829 -0.04049 -0.02199 C -0.04127 -0.02315 -0.04206 -0.02431 -0.04297 -0.025 C -0.04375 -0.02569 -0.04453 -0.02616 -0.04544 -0.02639 C -0.04752 -0.02755 -0.04974 -0.02847 -0.05195 -0.0294 C -0.05312 -0.02986 -0.05417 -0.03032 -0.05521 -0.03079 C -0.06094 -0.03426 -0.05391 -0.03032 -0.06185 -0.0338 C -0.06276 -0.03426 -0.06341 -0.03495 -0.06432 -0.03519 C -0.06654 -0.03611 -0.06875 -0.03611 -0.07096 -0.03681 C -0.07825 -0.03866 -0.07187 -0.03773 -0.08086 -0.0412 C -0.08489 -0.04282 -0.0931 -0.04352 -0.09648 -0.04398 C -0.09752 -0.04468 -0.0987 -0.04514 -0.09974 -0.0456 C -0.10208 -0.0463 -0.11002 -0.04815 -0.11211 -0.04838 C -0.12266 -0.05069 -0.11758 -0.04954 -0.13021 -0.05139 L -0.13932 -0.05278 L -0.23164 -0.05139 C -0.23242 -0.05139 -0.2332 -0.05023 -0.23411 -0.05 C -0.23542 -0.04931 -0.23685 -0.04884 -0.23815 -0.04838 C -0.23984 -0.04792 -0.24154 -0.04769 -0.2431 -0.04699 C -0.24766 -0.04537 -0.24544 -0.04537 -0.25052 -0.04398 C -0.25299 -0.04352 -0.25547 -0.04306 -0.25794 -0.04259 C -0.26328 -0.03958 -0.25768 -0.04236 -0.26706 -0.03958 C -0.27526 -0.03727 -0.26419 -0.03912 -0.27526 -0.03519 C -0.27656 -0.03472 -0.27799 -0.03449 -0.27943 -0.0338 C -0.28021 -0.03357 -0.28099 -0.03287 -0.2819 -0.03241 C -0.28294 -0.03171 -0.28398 -0.03125 -0.28516 -0.03079 C -0.28646 -0.03032 -0.28919 -0.0294 -0.28919 -0.0294 L -0.28919 -0.0294 " pathEditMode="relative" ptsTypes="AAAAAAAAAAAAAAAAAAAAAAAAAAAAAAAAAAA">
                                      <p:cBhvr>
                                        <p:cTn id="8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17 0.03264 L 0.02917 0.03264 C 0.02643 0.02847 0.02396 0.02385 0.02083 0.02084 C 0.01979 0.01968 0.01862 0.01898 0.01758 0.01783 C 0.01042 0.01042 0.0151 0.01343 0.01016 0.01065 C 0.00846 0.00764 0.00729 0.00371 0.00521 0.00185 C 0.00026 -0.00254 -0.00039 -0.00254 -0.00391 -0.00694 C -0.00495 -0.00833 -0.00612 -0.00972 -0.00716 -0.01134 C -0.00807 -0.01273 -0.00872 -0.01458 -0.00964 -0.01574 C -0.01042 -0.01666 -0.01133 -0.01666 -0.01211 -0.01713 C -0.01289 -0.01828 -0.0138 -0.01898 -0.01458 -0.02014 C -0.02161 -0.03078 -0.01471 -0.02222 -0.02031 -0.02893 C -0.02318 -0.03634 -0.02057 -0.03102 -0.02526 -0.03634 C -0.02643 -0.0375 -0.02734 -0.03958 -0.02865 -0.04074 C -0.03021 -0.04213 -0.03203 -0.0419 -0.03359 -0.04352 C -0.03516 -0.0456 -0.03659 -0.04838 -0.03854 -0.04953 C -0.03932 -0.05 -0.0401 -0.05046 -0.04102 -0.05092 C -0.04232 -0.05139 -0.04375 -0.05185 -0.04505 -0.05231 C -0.04622 -0.05278 -0.04727 -0.05324 -0.04844 -0.05393 C -0.04948 -0.05486 -0.05052 -0.05602 -0.05169 -0.05671 C -0.053 -0.05764 -0.05443 -0.05764 -0.05586 -0.0581 C -0.05794 -0.05903 -0.06029 -0.05995 -0.06237 -0.06111 C -0.07409 -0.06805 -0.06185 -0.06111 -0.07057 -0.06551 C -0.07435 -0.06736 -0.07214 -0.0669 -0.07643 -0.06852 C -0.08034 -0.0699 -0.08385 -0.0706 -0.08789 -0.07129 L -0.13086 -0.0699 C -0.13385 -0.06967 -0.13685 -0.06875 -0.13984 -0.06852 C -0.14427 -0.06782 -0.1487 -0.06759 -0.153 -0.0669 L -0.19675 -0.06852 C -0.19792 -0.06852 -0.20469 -0.07245 -0.20495 -0.07291 L -0.2099 -0.0787 C -0.21081 -0.07963 -0.21146 -0.08102 -0.21237 -0.08171 C -0.21484 -0.0831 -0.21589 -0.08333 -0.21823 -0.08611 C -0.2194 -0.08727 -0.22031 -0.08912 -0.22148 -0.09051 C -0.22305 -0.09236 -0.225 -0.09375 -0.22643 -0.09629 C -0.22721 -0.09768 -0.22786 -0.09953 -0.22891 -0.10069 C -0.22956 -0.10162 -0.2306 -0.10162 -0.23138 -0.10208 C -0.2319 -0.10254 -0.23242 -0.10301 -0.23294 -0.10347 L -0.23294 -0.10347 " pathEditMode="relative" ptsTypes="AAAAAAAAAAAAAAAAAAAAAAAAAAAAAAAAAAAAAAA">
                                      <p:cBhvr>
                                        <p:cTn id="9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5.18519E-6 L -1.25E-6 5.18519E-6 C -0.01328 -0.00069 -0.02643 -0.00022 -0.03958 -0.00161 C -0.08503 -0.00624 -0.04466 -0.00416 -0.06276 -0.0074 C -0.06654 -0.00809 -0.07044 -0.00832 -0.07422 -0.00879 C -0.08216 -0.01018 -0.07982 -0.01064 -0.08828 -0.0118 L -0.12617 -0.01619 L -0.13776 -0.01758 C -0.13958 -0.01874 -0.14154 -0.0199 -0.14349 -0.02059 C -0.1513 -0.02337 -0.14844 -0.02082 -0.15586 -0.0236 C -0.15781 -0.0243 -0.15964 -0.02545 -0.16159 -0.02638 C -0.16276 -0.02707 -0.1638 -0.02754 -0.16498 -0.028 C -0.16628 -0.02846 -0.16771 -0.02869 -0.16901 -0.02939 C -0.1707 -0.03032 -0.17227 -0.0317 -0.17396 -0.0324 L -0.18216 -0.03518 C -0.1836 -0.03587 -0.1849 -0.03657 -0.18633 -0.0368 L -0.19375 -0.03819 C -0.19649 -0.03981 -0.19649 -0.03981 -0.19948 -0.04119 C -0.20078 -0.04166 -0.20547 -0.04305 -0.2069 -0.04397 C -0.20807 -0.0449 -0.20912 -0.04606 -0.21029 -0.04698 C -0.21107 -0.04768 -0.21198 -0.04768 -0.21276 -0.04837 C -0.21276 -0.04837 -0.22266 -0.06018 -0.22266 -0.06018 L -0.22513 -0.06319 C -0.22591 -0.06411 -0.22669 -0.06527 -0.22761 -0.06596 C -0.22826 -0.06666 -0.23503 -0.07152 -0.23659 -0.07337 C -0.23802 -0.07499 -0.23932 -0.07754 -0.24076 -0.07916 C -0.2418 -0.08055 -0.24297 -0.08101 -0.24401 -0.08217 C -0.24857 -0.0868 -0.2444 -0.08379 -0.24896 -0.08657 C -0.25039 -0.09397 -0.24896 -0.08842 -0.25235 -0.09536 C -0.25638 -0.10393 -0.25287 -0.09907 -0.25729 -0.10416 C -0.25781 -0.10601 -0.2582 -0.10832 -0.25886 -0.10994 C -0.2612 -0.11573 -0.26146 -0.11272 -0.26302 -0.11874 C -0.26628 -0.1317 -0.26263 -0.12407 -0.26706 -0.13194 C -0.26745 -0.13356 -0.26758 -0.13494 -0.26797 -0.13633 C -0.26888 -0.13934 -0.27123 -0.14513 -0.27123 -0.14513 C -0.27149 -0.14652 -0.27162 -0.14837 -0.27201 -0.14953 C -0.27266 -0.15138 -0.27383 -0.15231 -0.27448 -0.15393 C -0.27513 -0.15532 -0.27565 -0.15694 -0.27617 -0.15832 C -0.27643 -0.15971 -0.27656 -0.16133 -0.27695 -0.16272 C -0.28008 -0.17383 -0.27852 -0.16643 -0.28112 -0.17453 C -0.28477 -0.18564 -0.28047 -0.17499 -0.28529 -0.1861 C -0.28724 -0.19652 -0.28464 -0.18379 -0.28776 -0.19652 C -0.28802 -0.19791 -0.28815 -0.19953 -0.28854 -0.20092 C -0.28919 -0.203 -0.29024 -0.20485 -0.29102 -0.2067 C -0.29297 -0.21735 -0.29063 -0.20416 -0.29271 -0.21689 C -0.2944 -0.22754 -0.29258 -0.21388 -0.29427 -0.22869 C -0.29375 -0.24282 -0.2957 -0.24675 -0.2918 -0.25508 C -0.29115 -0.2567 -0.29037 -0.25832 -0.28932 -0.25948 C -0.28867 -0.26041 -0.28776 -0.26041 -0.28685 -0.26087 C -0.28646 -0.26157 -0.28216 -0.26735 -0.28112 -0.26828 C -0.27956 -0.26944 -0.27787 -0.27013 -0.27617 -0.27129 L -0.2737 -0.27268 C -0.27292 -0.27314 -0.27201 -0.27337 -0.27123 -0.27407 L -0.26953 -0.27545 L -0.26953 -0.27545 " pathEditMode="relative" ptsTypes="AAAAAAAAAAAAAAAAAAAAAAAAAAAAAAAAAAAAAAAAAAAAAAAAAAAAAAA">
                                      <p:cBhvr>
                                        <p:cTn id="9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4.07407E-6 L -1.25E-6 -4.07407E-6 L -0.04297 -0.00162 C -0.04727 -0.00185 -0.0556 -0.0037 -0.06016 -0.0044 C -0.06263 -0.00555 -0.06511 -0.00671 -0.06758 -0.00741 C -0.07058 -0.00833 -0.07709 -0.00972 -0.07995 -0.01041 C -0.08164 -0.01088 -0.08334 -0.01134 -0.0849 -0.0118 C -0.08685 -0.01227 -0.0888 -0.01273 -0.09076 -0.01319 C -0.09792 -0.01551 -0.09193 -0.01412 -0.10065 -0.01759 C -0.11016 -0.02153 -0.10117 -0.0169 -0.10964 -0.0206 C -0.11276 -0.02199 -0.11459 -0.02453 -0.11784 -0.02639 C -0.11927 -0.02731 -0.12071 -0.02731 -0.12201 -0.02801 C -0.13282 -0.03379 -0.11953 -0.02847 -0.13021 -0.03241 C -0.13581 -0.03842 -0.13282 -0.03588 -0.13933 -0.03958 L -0.13933 -0.03958 C -0.14037 -0.04074 -0.14154 -0.04166 -0.14258 -0.04259 C -0.14336 -0.04328 -0.14427 -0.04352 -0.14505 -0.04398 C -0.153 -0.0493 -0.1461 -0.04514 -0.1517 -0.04838 C -0.15716 -0.05833 -0.1513 -0.04907 -0.15664 -0.0544 C -0.16511 -0.06273 -0.15847 -0.05833 -0.16407 -0.06157 C -0.16719 -0.06713 -0.1694 -0.07222 -0.17305 -0.07639 C -0.17409 -0.07754 -0.17526 -0.07824 -0.17644 -0.07916 C -0.17774 -0.08055 -0.17904 -0.08241 -0.18047 -0.08356 C -0.18125 -0.08426 -0.18216 -0.08449 -0.18295 -0.08518 C -0.18841 -0.08981 -0.18242 -0.08588 -0.18789 -0.09236 C -0.18867 -0.09328 -0.18959 -0.09328 -0.19037 -0.09398 C -0.19245 -0.09676 -0.19466 -0.10023 -0.19701 -0.10278 C -0.19805 -0.1037 -0.19922 -0.1044 -0.20026 -0.10555 C -0.20144 -0.10694 -0.20248 -0.10856 -0.20365 -0.10995 C -0.20443 -0.11111 -0.20521 -0.1118 -0.20612 -0.11296 C -0.20716 -0.11435 -0.20821 -0.11597 -0.20938 -0.11736 C -0.21016 -0.11828 -0.21107 -0.11921 -0.21185 -0.12037 C -0.21276 -0.12153 -0.21341 -0.12338 -0.21433 -0.12477 C -0.21862 -0.13078 -0.21875 -0.1287 -0.22175 -0.13495 C -0.2224 -0.13634 -0.22279 -0.13773 -0.22331 -0.13935 C -0.22435 -0.14421 -0.22422 -0.14444 -0.22578 -0.14953 C -0.2263 -0.15116 -0.22709 -0.15231 -0.22748 -0.15393 C -0.22813 -0.15671 -0.22852 -0.15972 -0.22917 -0.16273 C -0.22943 -0.16412 -0.22969 -0.16574 -0.22995 -0.16713 C -0.23021 -0.16921 -0.23047 -0.17106 -0.23073 -0.17291 C -0.23125 -0.17592 -0.23203 -0.1787 -0.23242 -0.18171 C -0.23269 -0.18379 -0.23295 -0.18565 -0.23321 -0.18773 C -0.23373 -0.19051 -0.23451 -0.19352 -0.2349 -0.19653 C -0.23516 -0.19884 -0.23542 -0.20139 -0.23568 -0.2037 C -0.23698 -0.21412 -0.23594 -0.20555 -0.23737 -0.21412 C -0.23763 -0.21597 -0.23776 -0.21805 -0.23815 -0.21991 C -0.23854 -0.22153 -0.23907 -0.22338 -0.23985 -0.2243 C -0.24128 -0.22592 -0.24479 -0.22731 -0.24479 -0.22731 C -0.24558 -0.22916 -0.24623 -0.23148 -0.24727 -0.2331 C -0.24792 -0.23403 -0.24896 -0.23379 -0.24974 -0.23449 C -0.25729 -0.2412 -0.24388 -0.2375 -0.26367 -0.2375 L -0.26367 -0.2375 " pathEditMode="relative" ptsTypes="AAAAAAAAAAAAAAAAAAAAAAAAAAAAAAAAAAAAAAAAAAAAAAAAAAAA">
                                      <p:cBhvr>
                                        <p:cTn id="9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2290"/>
                            </p:stCondLst>
                            <p:childTnLst>
                              <p:par>
                                <p:cTn id="97" presetID="0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437 0.06968 L 0.23437 0.06968 C 0.2319 0.07014 0.22929 0.07037 0.22695 0.07107 C 0.22278 0.07269 0.22278 0.07408 0.21953 0.07546 C 0.21835 0.07616 0.21731 0.07685 0.21614 0.07708 C 0.20911 0.07778 0.20195 0.07801 0.19479 0.07847 C 0.19231 0.07801 0.18958 0.07894 0.18736 0.07708 C 0.18632 0.07616 0.18671 0.07315 0.18658 0.07107 C 0.18593 0.0662 0.18528 0.05695 0.18489 0.05208 C 0.18541 0.04306 0.18502 0.03912 0.18736 0.03171 C 0.18802 0.0294 0.18906 0.02778 0.18984 0.0257 C 0.19036 0.02431 0.19088 0.02269 0.19153 0.0213 C 0.19283 0.01852 0.19453 0.01574 0.19635 0.01412 C 0.19713 0.01343 0.19804 0.0132 0.19882 0.0125 C 0.20078 0.01111 0.20273 0.00949 0.20468 0.0081 C 0.20546 0.00764 0.20637 0.00741 0.20716 0.00671 C 0.2082 0.00579 0.20924 0.00417 0.21041 0.0037 C 0.21289 0.00278 0.21536 0.00278 0.21783 0.00232 C 0.22226 0.00023 0.22369 -0.00069 0.22942 -0.00069 C 0.23411 -0.00069 0.23867 0.00046 0.24335 0.00093 C 0.24479 0.00232 0.24609 0.00394 0.24752 0.00533 C 0.24882 0.00648 0.25039 0.00695 0.25169 0.0081 C 0.25286 0.00926 0.25377 0.01134 0.25494 0.0125 C 0.25598 0.01366 0.25716 0.01435 0.2582 0.01551 C 0.26393 0.02222 0.26367 0.02222 0.26731 0.0287 C 0.26914 0.0456 0.26953 0.04514 0.26731 0.07269 C 0.26718 0.07477 0.26562 0.07546 0.26484 0.07708 C 0.26328 0.08357 0.26315 0.08658 0.25989 0.09167 C 0.25898 0.09306 0.25768 0.09375 0.25664 0.09468 C 0.25572 0.09653 0.25533 0.09931 0.25416 0.10046 C 0.22786 0.12685 0.24518 0.1088 0.23437 0.11505 C 0.23216 0.11644 0.22994 0.11806 0.22773 0.11945 C 0.22695 0.12014 0.22617 0.1206 0.22526 0.12107 C 0.22356 0.12153 0.222 0.12176 0.22031 0.12245 C 0.21953 0.12269 0.21874 0.12361 0.21783 0.12384 C 0.21653 0.12454 0.2151 0.12477 0.21367 0.12546 C 0.20364 0.12986 0.22226 0.12292 0.20716 0.12824 C 0.20598 0.12685 0.20468 0.1257 0.20377 0.12384 C 0.20299 0.12222 0.20273 0.11991 0.20221 0.11806 C 0.20169 0.11644 0.20104 0.11505 0.20052 0.11366 C 0.20026 0.11111 0.19999 0.1088 0.19973 0.10625 C 0.19947 0.1044 0.19908 0.10255 0.19882 0.10046 C 0.19856 0.09653 0.1983 0.09259 0.19804 0.08866 C 0.19856 0.07616 0.19843 0.0632 0.19973 0.0507 C 0.20012 0.0463 0.20182 0.04283 0.20299 0.03889 C 0.20481 0.03333 0.20677 0.02801 0.20872 0.02292 C 0.20976 0.02014 0.21106 0.01806 0.2121 0.01551 C 0.21262 0.01412 0.21315 0.0125 0.21367 0.01111 C 0.21197 0.03287 0.21132 0.03102 0.21289 0.05347 C 0.21315 0.0581 0.21354 0.06273 0.21458 0.06667 C 0.21549 0.0706 0.21718 0.07361 0.21861 0.07708 C 0.2207 0.08195 0.22343 0.08773 0.22604 0.09167 C 0.22747 0.09375 0.23333 0.10023 0.23515 0.10185 C 0.23671 0.10347 0.23841 0.10533 0.2401 0.10625 C 0.24244 0.10787 0.25039 0.10903 0.25169 0.10926 C 0.25468 0.1088 0.25768 0.10857 0.26067 0.10787 C 0.26184 0.10764 0.26302 0.10718 0.26406 0.10625 C 0.26757 0.10324 0.27265 0.09676 0.27552 0.09167 C 0.27656 0.09005 0.27708 0.08773 0.27799 0.08588 C 0.27877 0.08426 0.27968 0.08287 0.28046 0.08148 C 0.28164 0.07917 0.28268 0.07662 0.28372 0.07408 C 0.28411 0.07222 0.28424 0.07014 0.28463 0.06829 C 0.28502 0.0662 0.28632 0.06458 0.28619 0.06227 C 0.28606 0.05347 0.28489 0.04468 0.28372 0.03611 C 0.28346 0.03333 0.28307 0.03056 0.28216 0.0287 C 0.27591 0.01644 0.27695 0.01991 0.27135 0.0169 C 0.26666 0.01435 0.26236 0.01111 0.25742 0.00972 C 0.25442 0.0088 0.2513 0.00857 0.2483 0.0081 C 0.24713 0.00833 0.22903 0.00556 0.22278 0.01412 C 0.22148 0.01574 0.22057 0.01783 0.21953 0.01991 C 0.21927 0.02176 0.21901 0.02384 0.21861 0.0257 C 0.21822 0.0287 0.21744 0.03148 0.21705 0.03449 C 0.21666 0.03704 0.21666 0.03958 0.21614 0.0419 C 0.21562 0.04445 0.21458 0.04676 0.21367 0.04931 C 0.21432 0.06435 0.21445 0.07963 0.21536 0.09468 C 0.21562 0.09815 0.2164 0.10162 0.21705 0.10486 C 0.2177 0.10833 0.21874 0.11158 0.21953 0.11505 C 0.22174 0.12523 0.21835 0.11736 0.22526 0.13426 C 0.22838 0.1419 0.23242 0.14468 0.23684 0.15023 C 0.24309 0.15833 0.23893 0.15509 0.24674 0.16204 C 0.24791 0.16296 0.25143 0.16458 0.25247 0.16505 C 0.23346 0.1706 0.23828 0.16968 0.2013 0.16343 C 0.19648 0.16273 0.19192 0.15926 0.18736 0.15625 C 0.18593 0.15509 0.17864 0.14815 0.17578 0.14445 C 0.17434 0.14259 0.17304 0.14051 0.17174 0.13866 C 0.17135 0.13611 0.17122 0.13357 0.17083 0.13125 C 0.1707 0.12963 0.17005 0.12847 0.17005 0.12685 C 0.17005 0.11852 0.17044 0.11019 0.17083 0.10185 C 0.17096 0.1 0.17109 0.09769 0.17174 0.09607 C 0.17252 0.09398 0.17408 0.09352 0.17499 0.09167 C 0.17708 0.0875 0.17799 0.08125 0.18072 0.07847 C 0.18684 0.07269 0.19218 0.06412 0.19882 0.06088 C 0.20195 0.05949 0.20507 0.05833 0.20794 0.05648 C 0.21328 0.05301 0.21822 0.04745 0.22356 0.04491 C 0.22552 0.04375 0.22747 0.04283 0.22942 0.0419 C 0.23072 0.0412 0.23216 0.04097 0.23346 0.04051 C 0.23606 0.03912 0.23841 0.03704 0.24088 0.03611 L 0.24752 0.0331 C 0.24947 0.03495 0.25169 0.03634 0.25325 0.03889 C 0.25598 0.04329 0.25624 0.05093 0.25742 0.05648 C 0.25859 0.0625 0.2595 0.06898 0.26158 0.07408 C 0.26341 0.07894 0.26562 0.08357 0.26731 0.08866 C 0.26835 0.09213 0.26927 0.09583 0.27057 0.09908 C 0.27122 0.1007 0.272 0.10232 0.27304 0.10347 C 0.27539 0.10579 0.27799 0.10741 0.28046 0.10926 C 0.28268 0.10903 0.29166 0.1088 0.29453 0.10486 C 0.29648 0.10208 0.29765 0.09792 0.29947 0.09468 C 0.30104 0.09167 0.30286 0.08912 0.30442 0.08588 C 0.31015 0.07315 0.31171 0.0669 0.31679 0.05347 C 0.31809 0.05 0.31953 0.04676 0.32083 0.04329 C 0.32135 0.03889 0.32187 0.03449 0.32252 0.03009 C 0.32356 0.02315 0.32539 0.01667 0.32578 0.00972 C 0.3263 0.00046 0.32604 -0.00903 0.32499 -0.01829 C 0.3246 -0.0213 0.32291 -0.02338 0.32174 -0.02546 C 0.32044 -0.02778 0.31901 -0.02963 0.31757 -0.03148 C 0.31679 -0.03217 0.31601 -0.03264 0.3151 -0.03287 C 0.30911 -0.03495 0.30364 -0.03588 0.29778 -0.03727 C 0.28867 -0.03634 0.27955 -0.0368 0.27057 -0.03426 C 0.26705 -0.03333 0.26393 -0.02963 0.26067 -0.02708 C 0.22656 0.00208 0.27265 -0.03472 0.24427 -0.01227 C 0.24062 0.00046 0.24466 -0.01204 0.23437 0.00533 C 0.2319 0.00926 0.22786 0.01968 0.22604 0.02431 C 0.22565 0.02639 0.22278 0.04167 0.22278 0.04329 C 0.2233 0.06574 0.22369 0.06945 0.2302 0.08426 C 0.23111 0.08658 0.23229 0.08843 0.23346 0.09028 C 0.23723 0.09537 0.24114 0.1 0.24505 0.10486 C 0.24752 0.10787 0.24999 0.11065 0.25247 0.11366 L 0.25494 0.11667 C 0.25546 0.11806 0.25664 0.11921 0.25664 0.12107 C 0.25664 0.12315 0.25585 0.12523 0.25494 0.12685 C 0.2483 0.13866 0.24921 0.13658 0.24179 0.13866 C 0.23984 0.14005 0.23802 0.1419 0.23593 0.14306 C 0.2332 0.14445 0.2233 0.1456 0.222 0.14583 C 0.20963 0.14352 0.19713 0.14213 0.18489 0.13866 C 0.18164 0.13773 0.17864 0.13519 0.17578 0.13264 C 0.16523 0.12315 0.16015 0.11759 0.15195 0.10486 C 0.15039 0.10255 0.14921 0.1 0.14778 0.09745 C 0.14726 0.09445 0.14596 0.08866 0.14609 0.08588 C 0.14687 0.07245 0.14778 0.05926 0.14947 0.0463 C 0.14973 0.04352 0.15104 0.0412 0.15195 0.03889 C 0.15846 0.02222 0.15455 0.03148 0.16262 0.01991 C 0.16354 0.01852 0.16406 0.01667 0.1651 0.01551 C 0.172 0.00764 0.17057 0.01111 0.17747 0.00671 C 0.17942 0.00556 0.18124 0.00347 0.1832 0.00232 C 0.19257 -0.00301 0.19609 -0.00278 0.20624 -0.00509 C 0.21927 -0.00393 0.23216 -0.0044 0.24505 -0.00208 C 0.24661 -0.00185 0.24778 0.0007 0.24921 0.00232 C 0.25221 0.00579 0.25768 0.01204 0.26067 0.0169 C 0.2638 0.02222 0.26979 0.0331 0.26979 0.0331 C 0.27109 0.03889 0.27226 0.04514 0.27382 0.0507 C 0.27526 0.05533 0.27747 0.05903 0.27877 0.06389 C 0.27994 0.06806 0.28033 0.07269 0.28124 0.07708 C 0.28164 0.0787 0.28242 0.07986 0.28294 0.08148 C 0.28411 0.08519 0.28528 0.08912 0.28619 0.09306 C 0.28684 0.0956 0.2871 0.09815 0.28789 0.10046 C 0.2888 0.10301 0.29296 0.11181 0.29453 0.11366 C 0.29518 0.11458 0.29609 0.11458 0.297 0.11505 C 0.30247 0.11366 0.3082 0.11389 0.31341 0.11065 C 0.31666 0.1088 0.31887 0.1037 0.32174 0.10046 C 0.32382 0.09792 0.32643 0.0963 0.32825 0.09306 C 0.3401 0.07361 0.34453 0.06574 0.3513 0.04329 C 0.35299 0.0382 0.35416 0.03264 0.35546 0.02732 C 0.35572 0.02338 0.35585 0.01945 0.35624 0.01551 C 0.35677 0.01158 0.35781 0.00787 0.35794 0.0037 C 0.35807 -0.00255 0.35781 -0.00903 0.35716 -0.01528 C 0.3569 -0.0169 0.35611 -0.01829 0.35546 -0.01967 C 0.3526 -0.02685 0.35377 -0.02546 0.34882 -0.02847 C 0.33411 -0.03773 0.3401 -0.03542 0.32578 -0.03727 C 0.32252 -0.03819 0.31927 -0.03958 0.31588 -0.04028 C 0.29583 -0.04352 0.2819 -0.04028 0.25989 -0.03866 C 0.25598 -0.03727 0.25208 -0.03634 0.2483 -0.03426 C 0.23554 -0.02755 0.24088 -0.02917 0.2319 -0.02106 C 0.22773 -0.01759 0.22356 -0.01435 0.21953 -0.01088 C 0.21302 0.00833 0.22278 -0.01898 0.21041 0.00671 C 0.20898 0.00972 0.2082 0.01343 0.20716 0.0169 C 0.20624 0.02338 0.20468 0.0294 0.20468 0.03611 C 0.20468 0.05324 0.20559 0.07037 0.20716 0.08727 C 0.20755 0.09213 0.20911 0.0963 0.21041 0.10046 C 0.21132 0.10324 0.21262 0.10556 0.21367 0.10787 C 0.2164 0.1132 0.21927 0.11852 0.222 0.12384 C 0.22617 0.13241 0.22591 0.13357 0.2302 0.14445 C 0.2332 0.15185 0.23541 0.15579 0.23762 0.16343 C 0.23802 0.16482 0.23815 0.16644 0.23841 0.16783 C 0.23789 0.17269 0.23828 0.17824 0.23684 0.18264 C 0.23606 0.18472 0.23411 0.18426 0.23268 0.18403 C 0.22656 0.1831 0.22057 0.18102 0.21458 0.17963 C 0.21236 0.17708 0.21002 0.17523 0.20794 0.17222 C 0.19843 0.15857 0.1845 0.13403 0.17578 0.11945 C 0.17252 0.11412 0.16914 0.1088 0.16588 0.10347 C 0.16145 0.09583 0.15664 0.08727 0.15273 0.07847 C 0.14895 0.07014 0.1483 0.06713 0.14531 0.05787 C 0.14505 0.05509 0.1444 0.05208 0.14453 0.04931 C 0.14466 0.04283 0.14505 0.03634 0.14609 0.03009 C 0.14726 0.02384 0.15195 0.01389 0.15442 0.00972 C 0.15611 0.00648 0.15794 0.00301 0.16015 0.00093 C 0.16783 -0.00717 0.17539 -0.01667 0.18411 -0.02106 C 0.21289 -0.03634 0.18177 -0.0206 0.21705 -0.03588 C 0.23997 -0.0456 0.20507 -0.03426 0.2401 -0.04467 C 0.24882 -0.04398 0.25768 -0.04491 0.26653 -0.04305 C 0.26731 -0.04282 0.26744 -0.04028 0.26731 -0.03866 C 0.26627 -0.02153 0.2651 -0.0044 0.26315 0.0125 C 0.26236 0.01921 0.26028 0.02523 0.25911 0.03171 C 0.25807 0.03681 0.25755 0.04236 0.25664 0.04769 C 0.25377 0.06296 0.24947 0.07755 0.24752 0.09306 C 0.24609 0.10486 0.24296 0.13079 0.24088 0.14306 C 0.23997 0.14838 0.23867 0.1537 0.23762 0.15903 C 0.23619 0.18357 0.23528 0.19375 0.23762 0.225 C 0.23762 0.2257 0.2427 0.23148 0.24335 0.23241 C 0.25169 0.22894 0.26015 0.22732 0.26809 0.22199 C 0.27083 0.22037 0.27265 0.21551 0.27473 0.21181 C 0.27838 0.20533 0.28203 0.19838 0.28541 0.1912 C 0.28997 0.18195 0.2983 0.16366 0.30195 0.15185 C 0.30611 0.13843 0.31002 0.12477 0.31341 0.11065 C 0.31523 0.1037 0.31614 0.09607 0.31757 0.08866 C 0.32044 0.0507 0.32278 0.03333 0.31927 -0.01088 C 0.31822 -0.02338 0.31471 -0.03472 0.31184 -0.04606 C 0.31002 -0.05278 0.30742 -0.0588 0.3052 -0.06505 C 0.30325 -0.07037 0.30091 -0.07523 0.29778 -0.07824 C 0.2957 -0.08032 0.29335 -0.08125 0.29114 -0.08264 C 0.27968 -0.07917 0.2677 -0.0787 0.25664 -0.07245 C 0.25117 -0.06921 0.24674 -0.0618 0.24257 -0.05486 C 0.23098 -0.03542 0.22343 -0.01528 0.21614 0.00972 C 0.21367 0.01852 0.21158 0.02801 0.20963 0.0375 C 0.20572 0.05625 0.20533 0.0625 0.20299 0.08148 C 0.20494 0.1044 0.20624 0.12755 0.20872 0.15023 C 0.20898 0.15278 0.21015 0.15463 0.21119 0.15625 C 0.21406 0.16042 0.21692 0.16505 0.22031 0.16783 C 0.22447 0.17153 0.22916 0.17269 0.23346 0.17523 L 0.26158 0.17384 C 0.26992 0.17176 0.27786 0.1632 0.28463 0.15463 C 0.28932 0.14861 0.2944 0.14283 0.29856 0.13565 C 0.30182 0.13009 0.30429 0.12315 0.3069 0.11667 C 0.31028 0.1081 0.31744 0.08935 0.32005 0.07847 C 0.32239 0.06875 0.32682 0.04445 0.32825 0.0331 C 0.32929 0.02523 0.32994 0.01736 0.33072 0.00972 C 0.3319 -0.02014 0.33268 -0.02708 0.32994 -0.06505 C 0.32955 -0.06967 0.3276 -0.0794 0.32421 -0.08125 C 0.32226 -0.08217 0.32031 -0.08217 0.31835 -0.08264 C 0.31093 -0.07685 0.30273 -0.07361 0.29609 -0.06505 C 0.29166 -0.05949 0.28919 -0.05 0.28619 -0.04167 C 0.27434 -0.00833 0.27161 0.00463 0.26562 0.04491 C 0.25078 0.14491 0.25026 0.14352 0.24505 0.22361 C 0.24414 0.2382 0.24361 0.25301 0.24257 0.26759 C 0.24231 0.27153 0.24218 0.27546 0.24179 0.27917 C 0.24153 0.28079 0.24114 0.28218 0.24088 0.28357 C 0.22486 0.23611 0.24583 0.2963 0.23098 0.2588 C 0.22864 0.25255 0.22682 0.24583 0.22447 0.23958 C 0.22304 0.23588 0.22096 0.2331 0.21953 0.2294 C 0.21705 0.22338 0.21536 0.21644 0.21289 0.21042 C 0.20989 0.20278 0.20559 0.19653 0.20299 0.18843 C 0.19804 0.17292 0.19179 0.14583 0.18736 0.12685 C 0.18606 0.10695 0.18476 0.0919 0.18815 0.06968 C 0.1914 0.04931 0.19908 0.0419 0.20794 0.03171 C 0.21145 0.02755 0.21484 0.02315 0.21861 0.01991 C 0.22539 0.01435 0.23203 0.00764 0.23932 0.00533 C 0.24635 0.00278 0.25351 -0.00023 0.26067 -0.00208 C 0.26979 -0.00463 0.28789 -0.00787 0.28789 -0.00787 C 0.30442 -0.00255 0.29817 -0.01018 0.29453 0.0375 C 0.29348 0.05 0.29192 0.05949 0.28958 0.07107 C 0.2871 0.08287 0.28489 0.09491 0.28216 0.10625 C 0.28046 0.11296 0.27799 0.11875 0.2763 0.12546 C 0.27499 0.13102 0.27447 0.13727 0.27304 0.14306 C 0.27018 0.15509 0.26861 0.15695 0.26406 0.16644 C 0.25898 0.18843 0.26653 0.15486 0.26887 0.14745 C 0.27174 0.13843 0.27591 0.13102 0.27877 0.12245 C 0.28333 0.10926 0.2901 0.08495 0.29283 0.06968 C 0.29648 0.04977 0.30273 0.00972 0.30273 0.00972 C 0.30364 -0.01782 0.30611 -0.03241 0.30273 -0.05625 C 0.3013 -0.06643 0.3013 -0.06528 0.29778 -0.06944 C 0.29427 -0.06805 0.29036 -0.06782 0.2871 -0.06505 C 0.28476 -0.06319 0.28281 -0.05995 0.28124 -0.05625 C 0.27643 -0.04467 0.27213 -0.03241 0.26809 -0.01967 C 0.26679 -0.01528 0.2651 -0.01111 0.26406 -0.00648 C 0.26015 0.00949 0.25768 0.02639 0.25325 0.0419 C 0.25026 0.05255 0.24687 0.0632 0.24427 0.07408 C 0.24114 0.08658 0.23841 0.09931 0.23593 0.11227 C 0.23281 0.12917 0.22773 0.16343 0.22773 0.16343 C 0.22747 0.17037 0.22656 0.17708 0.22695 0.18403 C 0.22747 0.19491 0.22786 0.20602 0.2302 0.2162 C 0.23111 0.22014 0.23385 0.22153 0.23593 0.22361 C 0.24036 0.22778 0.24999 0.2287 0.25325 0.2294 C 0.25494 0.22847 0.29023 0.21528 0.29778 0.20162 C 0.30572 0.18704 0.31158 0.16945 0.31835 0.15324 C 0.31927 0.14676 0.32109 0.14074 0.32083 0.13426 C 0.32031 0.1169 0.31914 0.09931 0.31588 0.08287 C 0.31458 0.07593 0.31067 0.07176 0.30768 0.06667 C 0.30429 0.06134 0.29583 0.05116 0.29114 0.04769 C 0.28802 0.04537 0.28463 0.04375 0.28124 0.0419 C 0.24166 0.07292 0.23385 0.05926 0.21861 0.10486 C 0.21666 0.11088 0.21536 0.11759 0.21367 0.12384 C 0.21315 0.1287 0.21249 0.13357 0.2121 0.13866 C 0.21132 0.14769 0.20989 0.15741 0.21458 0.16505 C 0.2164 0.16806 0.21953 0.16783 0.222 0.16945 C 0.2233 0.16736 0.22539 0.16644 0.22604 0.16343 C 0.22721 0.15857 0.22643 0.15278 0.22695 0.14745 C 0.22734 0.14236 0.22799 0.1375 0.22851 0.13264 C 0.22825 0.12153 0.22812 0.11019 0.22773 0.09908 C 0.2276 0.09421 0.22721 0.08912 0.22695 0.08426 C 0.22591 0.06875 0.2246 0.05301 0.22356 0.0375 C 0.22317 0.03125 0.22304 0.02477 0.22278 0.01852 C 0.2233 0.01458 0.22291 0.00972 0.22447 0.00671 C 0.22552 0.0044 0.22773 0.00486 0.22942 0.00533 C 0.23906 0.00695 0.24856 0.01019 0.2582 0.0125 C 0.2845 0.03426 0.27526 0.02083 0.28867 0.04491 C 0.28593 0.05255 0.28411 0.06158 0.28046 0.06829 C 0.27864 0.07176 0.27539 0.07176 0.27304 0.07408 C 0.26887 0.07824 0.2651 0.0838 0.26067 0.08727 C 0.25455 0.09213 0.24166 0.09676 0.23515 0.10046 C 0.23398 0.10116 0.23307 0.10278 0.2319 0.10347 C 0.22838 0.10533 0.22473 0.10625 0.22109 0.10787 C 0.22591 0.07685 0.22239 0.09329 0.23932 0.0507 C 0.2513 0.0206 0.26471 -0.00555 0.27473 -0.03866 C 0.27617 -0.04352 0.28137 -0.05903 0.28294 -0.06805 C 0.28359 -0.07199 0.28411 -0.07592 0.28463 -0.07986 C 0.28437 -0.0831 0.28515 -0.0875 0.28372 -0.09005 C 0.28242 -0.09236 0.27994 -0.09143 0.27799 -0.09143 C 0.27226 -0.09143 0.26653 -0.09051 0.26067 -0.09005 C 0.24674 -0.0794 0.24947 -0.08241 0.23515 -0.06667 C 0.22434 -0.05463 0.22317 -0.0537 0.21536 -0.03866 C 0.21197 -0.03217 0.20859 -0.02546 0.20546 -0.01829 C 0.20078 -0.00741 0.19231 0.01551 0.19231 0.01551 C 0.19088 0.02732 0.18932 0.03889 0.18815 0.0507 C 0.18776 0.05556 0.1871 0.06042 0.18736 0.06528 C 0.18854 0.09352 0.18567 0.10301 0.19557 0.11667 C 0.20117 0.12431 0.2013 0.12222 0.20794 0.12384 C 0.21119 0.12477 0.21458 0.12593 0.21783 0.12685 C 0.2289 0.12477 0.23658 0.12523 0.24674 0.11667 C 0.24921 0.11435 0.27265 0.09213 0.27877 0.08148 C 0.28359 0.07338 0.28776 0.06412 0.29205 0.05509 C 0.2944 0.05 0.29674 0.04468 0.29856 0.03889 C 0.30091 0.03195 0.30247 0.02431 0.30442 0.0169 C 0.3052 0.01019 0.30664 0.00347 0.3069 -0.00347 C 0.30729 -0.01829 0.3069 -0.03287 0.30598 -0.04745 C 0.30585 -0.05116 0.30481 -0.05463 0.30351 -0.05787 C 0.29934 -0.06805 0.29309 -0.0743 0.28619 -0.07685 C 0.28359 -0.07778 0.28072 -0.07778 0.27799 -0.07824 C 0.26953 -0.07546 0.26002 -0.07685 0.25247 -0.06944 C 0.23203 -0.04954 0.21406 -0.02292 0.19557 0.00232 C 0.19179 0.00764 0.18841 0.01412 0.18567 0.0213 C 0.18242 0.03009 0.17994 0.03958 0.17747 0.04931 C 0.17434 0.06134 0.17369 0.07616 0.17252 0.08866 C 0.17421 0.10093 0.17278 0.11597 0.17747 0.12546 C 0.19075 0.15232 0.20065 0.15 0.21614 0.15185 C 0.22721 0.14977 0.23841 0.1507 0.24921 0.14583 C 0.2582 0.1419 0.2664 0.1331 0.27473 0.12546 C 0.28046 0.11991 0.28606 0.11343 0.29114 0.10625 C 0.29921 0.09537 0.30677 0.07616 0.31093 0.06088 C 0.31549 0.04491 0.31601 0.03333 0.31757 0.0169 C 0.31588 0.00046 0.31523 -0.01667 0.31262 -0.03287 C 0.3108 -0.04467 0.30052 -0.05671 0.29609 -0.06227 C 0.29296 -0.06597 0.28984 -0.07014 0.28619 -0.07245 C 0.28333 -0.0743 0.26471 -0.0787 0.26067 -0.07986 C 0.2513 -0.07917 0.23606 -0.08055 0.22604 -0.07384 C 0.22096 -0.07037 0.21588 -0.06597 0.21119 -0.06065 C 0.20651 -0.05532 0.20169 -0.04954 0.19804 -0.04167 C 0.1927 -0.03009 0.18489 -0.00347 0.18489 -0.00347 C 0.18294 0.0088 0.18072 0.01968 0.18164 0.0331 C 0.18281 0.05093 0.18424 0.06875 0.18736 0.08588 C 0.18958 0.09815 0.20156 0.11366 0.20624 0.11945 C 0.2108 0.125 0.21536 0.13056 0.22031 0.13426 C 0.22395 0.13681 0.22799 0.1375 0.2319 0.13866 C 0.24036 0.14097 0.24882 0.14236 0.25742 0.14445 C 0.26679 0.1419 0.2901 0.14236 0.30104 0.12685 C 0.30494 0.12153 0.30768 0.11412 0.31093 0.10787 C 0.31145 0.09653 0.31328 0.07917 0.30937 0.06829 C 0.2996 0.04144 0.28463 0.02454 0.26979 0.0081 C 0.25572 -0.00717 0.24179 -0.02315 0.22695 -0.03588 C 0.21145 -0.04884 0.19518 -0.05787 0.17916 -0.06805 C 0.16901 -0.07454 0.15898 -0.08125 0.14856 -0.08565 C 0.11887 -0.09815 0.11028 -0.09884 0.08593 -0.10324 C 0.07604 -0.10278 0.06588 -0.10579 0.05624 -0.10162 C 0.05403 -0.10069 0.05924 -0.09514 0.06119 -0.09282 C 0.06679 -0.0868 0.07239 -0.08055 0.07851 -0.07685 C 0.10221 -0.06204 0.12578 -0.04699 0.15026 -0.03727 C 0.19231 -0.0206 0.24023 0.00232 0.28463 0.00972 C 0.30546 0.01296 0.34726 0.01551 0.34726 0.01551 C 0.33762 0.02408 0.34335 0.02014 0.32578 0.02431 L 0.29947 0.03009 C 0.27747 0.03982 0.24492 0.0537 0.22851 0.06829 C 0.22135 0.07454 0.21406 0.08033 0.20716 0.08727 C 0.19986 0.09445 0.18567 0.11065 0.18567 0.11065 C 0.18489 0.1132 0.18346 0.11528 0.1832 0.11806 C 0.18281 0.125 0.18776 0.1257 0.18984 0.12685 C 0.20794 0.12639 0.22617 0.12917 0.24427 0.12546 C 0.25911 0.12222 0.27343 0.11343 0.28789 0.10625 C 0.32148 0.09005 0.35742 0.06852 0.38932 0.04491 C 0.40585 0.03241 0.42174 0.01736 0.43789 0.0037 C 0.45572 -0.02801 0.47539 -0.05694 0.4914 -0.09143 C 0.49427 -0.09745 0.49309 -0.10694 0.49309 -0.11481 C 0.49309 -0.12037 0.49414 -0.12847 0.4914 -0.13102 C 0.47565 -0.14583 0.45794 -0.15255 0.44114 -0.16319 C 0.42721 -0.15995 0.41236 -0.1618 0.39921 -0.15301 C 0.37838 -0.13935 0.35924 -0.11852 0.34062 -0.09722 C 0.27382 -0.02153 0.25624 0.03079 0.19479 0.14583 C 0.18684 0.17917 0.17747 0.21134 0.17083 0.2456 C 0.17005 0.24977 0.17539 0.25208 0.17669 0.25278 C 0.18515 0.25 0.1944 0.2507 0.20221 0.24398 C 0.27682 0.18148 0.26874 0.1838 0.31927 0.09745 C 0.32005 0.09398 0.33906 0.03565 0.32825 0.0213 C 0.29778 -0.01921 0.26106 -0.01296 0.22604 -0.01667 C 0.20325 -0.01481 0.18007 -0.01829 0.15768 -0.01088 C 0.03945 0.0287 0.05442 0.02847 0.09088 0.03611 C 0.18567 0.01389 0.16861 0.02107 0.27799 -0.02268 C 0.33997 -0.04722 0.40169 -0.07361 0.46341 -0.10023 C 0.47539 -0.10532 0.4871 -0.11204 0.49882 -0.11782 C 0.50026 -0.11852 0.50442 -0.11967 0.50299 -0.11921 C 0.49583 -0.11759 0.48867 -0.11551 0.48164 -0.11342 C 0.39518 -0.05648 0.36835 -0.04444 0.28789 0.03009 C 0.22916 0.08472 0.20156 0.12083 0.14856 0.18403 C 0.14088 0.20509 0.12187 0.22269 0.12552 0.24699 C 0.13307 0.29699 0.18463 0.29838 0.20377 0.30278 C 0.22851 0.30023 0.25351 0.30116 0.27799 0.29537 C 0.28033 0.29491 0.27526 0.2882 0.27304 0.28658 C 0.2638 0.2794 0.25403 0.27361 0.24427 0.26898 C 0.22265 0.25857 0.20078 0.25116 0.17916 0.2412 C 0.13997 0.22315 0.08164 0.19722 0.04062 0.16783 C 0.01601 0.15023 0.01927 0.15486 0.00937 0.13704 L 0.15195 0.04051 C 0.15872 0.03588 0.16289 0.03495 0.16927 0.0331 C 0.16015 0.09792 0.16914 0.03866 0.09179 0.16065 C 0.04231 0.23843 0.02708 0.25232 -0.0129 0.35093 C -0.02383 0.37778 -0.03099 0.40857 -0.04011 0.4375 C -0.04128 0.44861 -0.04284 0.45972 -0.04336 0.47107 C -0.04363 0.475 -0.04428 0.48033 -0.04258 0.48287 C -0.0405 0.48611 -0.03711 0.4838 -0.03438 0.48426 C -0.00521 0.43935 0.08997 0.28958 0.1263 0.24259 C 0.17421 0.18079 0.22434 0.12477 0.27304 0.06528 C 0.27408 0.06412 0.27669 0.06088 0.27552 0.06088 C 0.27421 0.06088 0.2733 0.06366 0.27226 0.06528 C 0.26861 0.07107 0.26523 0.07732 0.26158 0.08287 C 0.25533 0.09236 0.24934 0.10255 0.24257 0.11065 C 0.07356 0.31713 0.11406 0.26158 -0.0961 0.47708 C -0.11146 0.49259 -0.12683 0.5081 -0.14154 0.52546 C -0.14402 0.52824 -0.15092 0.53796 -0.14896 0.53426 C -0.14193 0.52107 -0.13477 0.50833 -0.1267 0.49745 C -0.06224 0.41296 -0.00079 0.31968 0.06861 0.24838 L 0.40572 -0.09722 C 0.41822 -0.11018 0.44283 -0.1368 0.44283 -0.1368 C 0.41848 -0.01505 0.45716 -0.20255 0.40247 0.01852 C 0.3677 0.15903 0.36523 0.18889 0.34062 0.33333 C 0.32825 0.48588 0.31536 0.49583 0.35468 0.6456 C 0.35794 0.6581 0.36835 0.65833 0.37526 0.66458 C 0.38815 0.64653 0.40286 0.63171 0.41393 0.61042 C 0.41718 0.60417 0.41692 0.59375 0.4164 0.58542 C 0.41171 0.50695 0.40963 0.42732 0.3983 0.35093 C 0.38958 0.29213 0.37161 0.23912 0.35716 0.18403 C 0.34205 0.12662 0.31093 0.03565 0.29283 -0.00949 C 0.28151 -0.0375 0.26705 -0.06967 0.24999 -0.09005 C 0.24635 -0.09444 0.24231 -0.09792 0.23841 -0.10162 C 0.21692 -0.02523 0.23229 -0.08426 0.26158 0.13125 C 0.26718 0.17338 0.29479 0.28658 0.30273 0.31736 C 0.33333 0.43634 0.31835 0.4037 0.34973 0.45949 C 0.38072 0.44097 0.36861 0.44977 0.34479 0.29537 C 0.33984 0.26296 0.29244 -0.04051 0.24752 -0.16042 C 0.23124 -0.2037 0.21523 -0.24745 0.19635 -0.2875 C 0.17408 -0.33518 0.17473 -0.33148 0.15273 -0.3419 C 0.14921 -0.3375 0.14374 -0.33565 0.14205 -0.3287 C 0.13137 -0.28588 0.13164 -0.19213 0.13789 -0.15741 C 0.16692 0.00394 0.20664 0.15857 0.2401 0.31736 C 0.25338 0.38033 0.25208 0.3713 0.25572 0.41111 C 0.20104 0.44861 0.23762 0.4294 0.12382 0.27917 C 0.06184 0.19722 -0.02644 0.04884 -0.07474 -0.05787 C -0.09805 -0.10926 -0.11537 -0.16805 -0.13568 -0.22338 C -0.13881 -0.27037 -0.14597 -0.31759 -0.1448 -0.36528 C -0.14454 -0.37569 -0.13738 -0.38518 -0.13165 -0.38565 C -0.09076 -0.38981 -0.04974 -0.38079 -0.00886 -0.37847 C 0.01236 -0.37014 0.03359 -0.36273 0.05468 -0.35347 C 0.06054 -0.35092 0.06901 -0.35278 0.072 -0.34329 C 0.08098 -0.31389 0.08242 -0.2787 0.08762 -0.24653 C 0.05846 -0.19722 0.03177 -0.14792 -0.00886 -0.12083 C -0.01094 -0.11921 -0.01758 -0.11458 -0.01537 -0.11643 C 0.12005 -0.22708 0.11093 -0.21759 0.30195 -0.34467 C 0.31067 -0.35069 0.32916 -0.35787 0.32916 -0.35787 C 0.29921 -0.31921 0.30911 -0.33495 0.27304 -0.22338 C 0.26966 -0.21296 0.27031 -0.2 0.26887 -0.18819 C 0.27682 -0.11435 0.27005 -0.12338 0.35794 -0.16042 C 0.4263 -0.18912 0.4914 -0.23842 0.5582 -0.27731 C 0.57083 -0.29444 0.59791 -0.30046 0.59609 -0.3287 C 0.59453 -0.35278 0.5677 -0.32731 0.55572 -0.31551 C 0.47187 -0.23241 0.3914 -0.13912 0.31093 -0.04606 C 0.24544 0.02986 0.18007 0.10648 0.11809 0.1912 C 0.11458 0.1963 0.10312 0.20833 0.10742 0.20602 C 0.15481 0.18033 0.20156 0.15 0.2483 0.12107 C 0.32317 0.07454 0.297 0.09607 0.35872 0.01991 C 0.35416 0.01019 0.35195 -0.00741 0.34479 -0.00949 C -0.03438 -0.11667 0.04387 -0.10139 -0.26081 -0.07106 C -0.28464 -0.02546 -0.30196 -0.0206 -0.24935 0.01412 C 0.00742 0.18357 -0.01159 0.16551 0.20468 0.24838 C 0.22916 0.24745 0.25559 0.26273 0.27799 0.2456 C 0.2888 0.23727 0.25807 0.22153 0.24674 0.2162 C 0.14674 0.17014 0.04622 0.12824 -0.05495 0.09167 C -0.08113 0.08218 -0.16146 0.07315 -0.1349 0.07847 C 0.25585 0.1581 0.08867 0.13472 0.51536 0.14005 C 0.5621 0.1375 0.68463 0.19769 0.65546 0.13264 C 0.62109 0.05625 0.49231 0.08866 0.49231 0.08866 C 0.50664 0.08426 0.5207 0.07755 0.53515 0.07546 C 0.67161 0.05695 0.9776 0.03519 1.09882 0.0081 C 1.15611 -0.00463 0.98346 0.01412 0.92578 0.0169 C 0.84986 0.03704 0.51979 -0.04097 0.4569 0.2588 C 0.44739 0.3037 0.45963 0.3544 0.46093 0.40232 C 0.45494 0.41852 0.45364 0.44884 0.44283 0.4507 C 0.37981 0.46158 0.28632 0.42963 0.21861 0.40972 C 0.20494 0.39352 0.18203 0.38935 0.17747 0.36134 C 0.17369 0.3382 0.1914 0.31898 0.2013 0.30278 C 0.28476 0.16574 0.3901 0.06574 0.4569 -0.09722 C 0.45911 -0.10278 0.4664 -0.11736 0.46341 -0.11342 C 0.42486 -0.06134 0.38593 -0.00972 0.34973 0.04769 C 0.2595 0.19074 0.25195 0.20625 0.20468 0.29977 C 0.23151 0.17384 0.29453 -0.18704 0.35963 -0.33889 C 0.40195 -0.43796 0.53697 -0.72222 0.50052 -0.61574 L 0.24583 0.12824 C 0.22721 0.35301 0.20403 0.57662 0.18984 0.80232 C 0.18776 0.83565 0.19557 0.93542 0.19726 0.90185 C 0.20898 0.66505 0.21171 0.42708 0.22031 0.18982 C 0.22083 0.17685 0.22968 0.14283 0.22447 0.15185 C 0.21419 0.16898 0.21132 0.1963 0.20377 0.21759 C 0.1845 0.27338 0.18789 0.23472 0.1733 0.31875 C 0.17252 0.32384 0.17825 0.31273 0.17994 0.30857 C 0.19309 0.27639 0.2052 0.24306 0.21783 0.21042 C 0.2289 -0.00532 0.20781 0.20509 0.24674 0.06227 C 0.2483 0.05648 0.23958 0.06435 0.23593 0.06528 L 0.23437 0.06968 Z " pathEditMode="relative" ptsTypes="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9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429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5790"/>
                            </p:stCondLst>
                            <p:childTnLst>
                              <p:par>
                                <p:cTn id="10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629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7790"/>
                            </p:stCondLst>
                            <p:childTnLst>
                              <p:par>
                                <p:cTn id="124" presetID="0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437 0.06968 L 0.23437 0.06968 C 0.24583 0.10394 0.23502 0.07454 0.24192 0.08935 C 0.25 0.10648 0.23554 0.07824 0.24622 0.1 C 0.2496 0.10694 0.25052 0.10694 0.25481 0.11366 C 0.25625 0.1162 0.25742 0.11898 0.25898 0.1213 C 0.26015 0.12292 0.26679 0.13056 0.26835 0.13194 C 0.27005 0.13333 0.27278 0.13403 0.27434 0.13495 C 0.28919 0.14375 0.26549 0.13125 0.28463 0.14097 C 0.28971 0.14051 0.29479 0.14028 0.3 0.13958 C 0.30143 0.13935 0.30273 0.13843 0.30416 0.13796 C 0.30611 0.1375 0.3082 0.13704 0.31015 0.13657 C 0.31158 0.13495 0.31289 0.1331 0.31445 0.13194 C 0.31783 0.12917 0.32031 0.1287 0.32382 0.12731 C 0.32721 0.12431 0.33177 0.12361 0.33398 0.11829 C 0.3371 0.11088 0.33528 0.11296 0.33919 0.11065 C 0.34492 0.10278 0.34062 0.10949 0.34674 0.09699 C 0.35299 0.08449 0.34466 0.10417 0.35364 0.08194 C 0.35494 0.07523 0.35481 0.07454 0.35794 0.06667 C 0.35859 0.06505 0.35963 0.06366 0.36041 0.06227 C 0.36106 0.05856 0.36132 0.05486 0.3621 0.05162 C 0.36276 0.04884 0.36393 0.04653 0.36471 0.04398 C 0.36536 0.0419 0.36614 0.03542 0.3664 0.03333 C 0.36666 0.02894 0.36692 0.02431 0.36731 0.01968 C 0.3677 0.01319 0.36888 0.00671 0.36901 4.81481E-6 C 0.36914 -0.01412 0.36861 -0.02824 0.36809 -0.04236 C 0.36796 -0.04491 0.3677 -0.04745 0.36731 -0.05 C 0.36601 -0.05787 0.36614 -0.0581 0.3638 -0.06366 C 0.36302 -0.06574 0.3625 -0.06829 0.36132 -0.06968 C 0.36028 -0.07083 0.35898 -0.0706 0.35794 -0.0713 C 0.35703 -0.07176 0.35611 -0.07222 0.35533 -0.07269 C 0.35247 -0.08032 0.3552 -0.07523 0.35104 -0.0787 C 0.35013 -0.07963 0.34947 -0.08102 0.34856 -0.08194 C 0.34739 -0.08264 0.34622 -0.08287 0.34505 -0.08333 C 0.34427 -0.0838 0.34335 -0.08449 0.34257 -0.08495 C 0.33203 -0.09028 0.32695 -0.08704 0.31184 -0.08796 C 0.3026 -0.0875 0.27291 -0.08704 0.25898 -0.08495 C 0.25585 -0.08449 0.25429 -0.08287 0.2513 -0.08194 C 0.24934 -0.08125 0.24739 -0.08079 0.24544 -0.08032 C 0.24205 -0.07847 0.23984 -0.07685 0.23606 -0.07569 L 0.23085 -0.07431 C 0.23007 -0.07384 0.22916 -0.07338 0.22838 -0.07269 C 0.22747 -0.07199 0.22669 -0.07037 0.22578 -0.06968 C 0.22473 -0.06898 0.22356 -0.06875 0.22239 -0.06829 C 0.22148 -0.06782 0.2207 -0.06736 0.21979 -0.06667 C 0.21588 -0.06366 0.21549 -0.06227 0.21132 -0.05764 C 0.20989 -0.05602 0.20846 -0.05463 0.20703 -0.05301 C 0.20533 -0.05093 0.20364 -0.04884 0.20195 -0.04699 C 0.20052 -0.04537 0.19908 -0.04398 0.19765 -0.04236 C 0.19596 -0.04051 0.1944 -0.03796 0.19257 -0.03634 C 0.19049 -0.03449 0.18841 -0.03287 0.18658 -0.03032 C 0.18007 -0.0206 0.18789 -0.03032 0.18151 -0.02269 C 0.17981 -0.01829 0.17968 -0.01736 0.17721 -0.01366 C 0.17643 -0.0125 0.17552 -0.01157 0.1746 -0.01065 C 0.17408 -0.00903 0.17369 -0.00718 0.17291 -0.00602 C 0.17135 -0.0037 0.16783 4.81481E-6 0.16783 4.81481E-6 C 0.16575 0.01088 0.16757 0.00741 0.16354 0.01204 C 0.16302 0.01528 0.16289 0.01852 0.16184 0.0213 L 0.15846 0.03032 C 0.15625 0.04606 0.15703 0.03796 0.15846 0.06829 C 0.15859 0.07083 0.16002 0.07546 0.16106 0.07731 C 0.16171 0.0787 0.16276 0.0794 0.16354 0.08032 C 0.16432 0.08403 0.16445 0.08657 0.16614 0.08935 C 0.16692 0.09074 0.16783 0.09144 0.16875 0.09259 C 0.1707 0.09792 0.172 0.10208 0.17552 0.10625 C 0.17747 0.10856 0.17968 0.11088 0.18151 0.11366 C 0.18242 0.11505 0.18307 0.1169 0.18398 0.11829 C 0.18476 0.11944 0.1858 0.12014 0.18658 0.1213 C 0.18776 0.12269 0.1888 0.12454 0.18997 0.12593 C 0.19101 0.12708 0.19244 0.12755 0.19335 0.12894 C 0.19466 0.13056 0.19557 0.13333 0.19687 0.13495 C 0.19908 0.13796 0.20104 0.13843 0.20364 0.13958 C 0.20533 0.14144 0.2069 0.14421 0.20872 0.1456 C 0.21028 0.14653 0.21484 0.14977 0.2164 0.15162 C 0.21744 0.15278 0.21796 0.15509 0.21901 0.15625 C 0.22057 0.15764 0.22239 0.15787 0.22408 0.15926 C 0.22565 0.16042 0.22682 0.16273 0.22838 0.16366 C 0.23164 0.1662 0.23854 0.16991 0.23854 0.16991 C 0.24427 0.17662 0.23763 0.16944 0.24453 0.17431 C 0.24635 0.17569 0.24791 0.17755 0.2496 0.17894 C 0.25052 0.17963 0.25143 0.17963 0.25221 0.18032 C 0.25403 0.18218 0.25533 0.18542 0.25729 0.18657 C 0.2582 0.18704 0.25898 0.1875 0.25989 0.18796 C 0.26731 0.1919 0.25976 0.1875 0.26588 0.19097 C 0.26666 0.19213 0.26744 0.19329 0.26835 0.19398 C 0.26992 0.19514 0.27473 0.1963 0.27604 0.19699 C 0.28385 0.20116 0.27708 0.19861 0.28372 0.20324 C 0.28489 0.20394 0.28606 0.20417 0.2871 0.20463 C 0.2901 0.20579 0.29531 0.20694 0.29817 0.20764 C 0.29908 0.2081 0.29986 0.2088 0.30078 0.20926 C 0.30221 0.20995 0.30364 0.20995 0.30507 0.21065 C 0.30742 0.21204 0.3095 0.21412 0.31184 0.21528 C 0.3138 0.2162 0.31588 0.2162 0.31783 0.2169 C 0.32721 0.21968 0.31809 0.2169 0.3246 0.21991 C 0.32604 0.22037 0.32747 0.2206 0.3289 0.2213 C 0.33125 0.22269 0.33346 0.22454 0.33567 0.22593 C 0.34049 0.2287 0.34153 0.22894 0.34596 0.23056 C 0.34674 0.23148 0.34765 0.23264 0.34856 0.23356 C 0.34934 0.23426 0.35026 0.23472 0.35104 0.23495 C 0.3539 0.23634 0.35768 0.23704 0.36041 0.23796 C 0.36184 0.23843 0.36328 0.23912 0.36471 0.23958 C 0.36744 0.24051 0.37122 0.24144 0.37408 0.24259 C 0.38906 0.24931 0.36927 0.24167 0.38854 0.24861 C 0.39166 0.25093 0.39309 0.25231 0.39622 0.25324 C 0.39843 0.25394 0.40078 0.25394 0.40299 0.25463 C 0.40625 0.25556 0.40611 0.25625 0.40898 0.25764 C 0.41263 0.25949 0.4177 0.26111 0.42096 0.26227 C 0.42213 0.26319 0.42317 0.26458 0.42434 0.26528 C 0.42708 0.26667 0.43007 0.26713 0.43294 0.26829 C 0.43372 0.26875 0.4345 0.26944 0.43541 0.26991 C 0.4371 0.2706 0.4388 0.2706 0.44049 0.2713 C 0.44804 0.27431 0.43515 0.27222 0.44986 0.27593 L 0.46184 0.27894 C 0.46354 0.27986 0.46523 0.28125 0.46692 0.28194 C 0.46835 0.28264 0.46979 0.28287 0.47122 0.28356 C 0.47239 0.28403 0.47343 0.28449 0.4746 0.28495 C 0.47747 0.28611 0.4802 0.28773 0.4832 0.28796 L 0.49765 0.28958 C 0.49908 0.29005 0.50052 0.2912 0.50195 0.2912 C 0.50924 0.2912 0.51666 0.29005 0.52408 0.28958 C 0.52486 0.28958 0.52578 0.28958 0.52669 0.28958 L 0.52669 0.28958 " pathEditMode="relative" ptsTypes="AAAAAAAAAAAAAAAAAAAAAAAAAAAAAAAAAAAAAAAAAAAAAAAAAAAAAAAAAAAAAAAAAAAAAAAAAAAAAAAAAAAAAAAAAAAAAAAAAAAAAAAAAAAAAAAAAAAAAAAAAA">
                                      <p:cBhvr>
                                        <p:cTn id="125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7.29167E-6 2.59259E-6 L -7.29167E-6 2.59259E-6 C -0.00222 -0.00463 -0.0043 -0.00949 -0.00678 -0.01366 C -0.00769 -0.01505 -0.00912 -0.01528 -0.01016 -0.01667 C -0.0112 -0.01783 -0.01186 -0.01968 -0.01277 -0.0213 C -0.01407 -0.02338 -0.0155 -0.02546 -0.01706 -0.02732 C -0.02292 -0.03472 -0.01941 -0.0294 -0.02553 -0.03472 C -0.02709 -0.03611 -0.02839 -0.03796 -0.02982 -0.03935 C -0.03594 -0.04537 -0.03477 -0.04421 -0.0392 -0.04699 C -0.03998 -0.04792 -0.04089 -0.04884 -0.0418 -0.05 C -0.04285 -0.05139 -0.04389 -0.05324 -0.04519 -0.05463 C -0.05014 -0.05972 -0.04584 -0.04954 -0.05287 -0.06204 C -0.05365 -0.06366 -0.05443 -0.06528 -0.05535 -0.06667 C -0.05652 -0.06829 -0.05769 -0.06968 -0.05873 -0.0713 C -0.05964 -0.07222 -0.06055 -0.07315 -0.06133 -0.07431 C -0.06563 -0.08056 -0.06199 -0.07755 -0.06641 -0.08033 L -0.07331 -0.08935 C -0.07982 -0.09838 -0.07514 -0.09259 -0.08008 -0.09838 C -0.08321 -0.10695 -0.08035 -0.10023 -0.08686 -0.10903 C -0.0892 -0.11204 -0.09167 -0.11459 -0.09376 -0.11806 C -0.09493 -0.12014 -0.09584 -0.12246 -0.09714 -0.12431 C -0.0987 -0.12639 -0.10053 -0.12824 -0.10222 -0.13033 C -0.10339 -0.13171 -0.10443 -0.13357 -0.10561 -0.13472 C -0.10782 -0.13704 -0.11251 -0.14097 -0.11251 -0.14097 C -0.11758 -0.15 -0.11199 -0.14121 -0.11928 -0.14838 C -0.12058 -0.14977 -0.12149 -0.15162 -0.12266 -0.15301 C -0.12357 -0.15417 -0.12436 -0.15509 -0.12527 -0.15602 C -0.12748 -0.1581 -0.12982 -0.16019 -0.13204 -0.16204 C -0.13321 -0.1632 -0.13451 -0.16389 -0.13555 -0.16505 C -0.1366 -0.16667 -0.13764 -0.16852 -0.13894 -0.16968 C -0.13972 -0.17037 -0.14063 -0.17037 -0.14141 -0.1713 C -0.14298 -0.17246 -0.14428 -0.17431 -0.14571 -0.1757 C -0.14688 -0.17685 -0.14805 -0.17755 -0.1491 -0.17871 C -0.15222 -0.18195 -0.15131 -0.18241 -0.15508 -0.18472 C -0.15613 -0.18565 -0.15743 -0.18588 -0.15847 -0.18634 C -0.1599 -0.18796 -0.1612 -0.18982 -0.16277 -0.19097 C -0.17136 -0.19746 -0.16811 -0.19259 -0.17383 -0.19838 C -0.17475 -0.19931 -0.17553 -0.2007 -0.17644 -0.20139 C -0.17722 -0.20232 -0.17813 -0.20232 -0.17891 -0.20301 C -0.17982 -0.20394 -0.18061 -0.20533 -0.18152 -0.20602 C -0.18282 -0.20718 -0.18438 -0.20787 -0.18581 -0.20903 C -0.18699 -0.20996 -0.18803 -0.21134 -0.1892 -0.21204 C -0.19857 -0.21875 -0.19011 -0.21158 -0.19857 -0.21806 C -0.19975 -0.21898 -0.20079 -0.22037 -0.20196 -0.2213 C -0.20365 -0.22246 -0.20535 -0.22315 -0.20704 -0.22431 C -0.20795 -0.22477 -0.20873 -0.22546 -0.20964 -0.2257 C -0.21186 -0.22685 -0.21433 -0.22685 -0.21641 -0.22871 C -0.22162 -0.23334 -0.21863 -0.23148 -0.22579 -0.23334 L -0.231 -0.23634 C -0.23178 -0.23681 -0.23269 -0.2375 -0.23347 -0.23796 L -0.24115 -0.24097 C -0.24232 -0.24144 -0.2435 -0.24213 -0.24454 -0.24236 C -0.24662 -0.24306 -0.24857 -0.24329 -0.25053 -0.24398 C -0.25196 -0.24445 -0.25339 -0.24514 -0.25482 -0.24537 C -0.25912 -0.24653 -0.26329 -0.24746 -0.26758 -0.24838 C -0.26954 -0.24954 -0.27149 -0.2507 -0.27357 -0.25139 C -0.27579 -0.25232 -0.27813 -0.25255 -0.28035 -0.25301 C -0.28204 -0.25347 -0.28373 -0.25417 -0.28555 -0.25463 C -0.30118 -0.25834 -0.28647 -0.25417 -0.29831 -0.25764 C -0.2991 -0.25556 -0.30235 -0.25 -0.2974 -0.25 C -0.29063 -0.25 -0.281 -0.2544 -0.27436 -0.25764 C -0.26954 -0.25996 -0.26485 -0.26296 -0.2599 -0.26505 C -0.25339 -0.26806 -0.24649 -0.26829 -0.24037 -0.27269 C -0.23751 -0.27477 -0.23464 -0.27685 -0.23178 -0.27871 C -0.231 -0.2794 -0.22436 -0.28264 -0.2224 -0.28334 C -0.22071 -0.28403 -0.21902 -0.28426 -0.21732 -0.28472 C -0.21745 -0.28334 -0.21876 -0.26134 -0.21902 -0.25903 C -0.22162 -0.23681 -0.22162 -0.2463 -0.22579 -0.22269 C -0.22696 -0.21667 -0.22735 -0.21042 -0.22839 -0.20463 C -0.22878 -0.20185 -0.22956 -0.19954 -0.23008 -0.19699 C -0.23243 -0.18542 -0.23425 -0.17338 -0.23686 -0.16204 C -0.23868 -0.15509 -0.24102 -0.14838 -0.24206 -0.14097 C -0.24232 -0.13889 -0.24245 -0.13681 -0.24285 -0.13472 C -0.24337 -0.13264 -0.24402 -0.13079 -0.24454 -0.12871 C -0.24506 -0.12709 -0.24662 -0.12246 -0.24623 -0.12431 C -0.24376 -0.13773 -0.24102 -0.14375 -0.23516 -0.15463 C -0.23256 -0.15949 -0.22917 -0.16296 -0.2267 -0.16806 C -0.22318 -0.17523 -0.22097 -0.18403 -0.21732 -0.19097 C -0.20769 -0.2088 -0.19636 -0.22616 -0.1849 -0.24097 C -0.18243 -0.24421 -0.17969 -0.24653 -0.17722 -0.25 C -0.17006 -0.25996 -0.17592 -0.25579 -0.17045 -0.25903 C -0.16798 -0.2463 -0.16902 -0.25394 -0.17123 -0.22732 C -0.17344 -0.20162 -0.17344 -0.20509 -0.17813 -0.18171 C -0.17839 -0.17732 -0.17813 -0.17246 -0.17891 -0.16806 C -0.1793 -0.16644 -0.20443 -0.08287 -0.19089 -0.09838 C -0.18686 -0.10301 -0.18282 -0.10718 -0.17891 -0.11204 C -0.16472 -0.12986 -0.16706 -0.13171 -0.1491 -0.15 C -0.13295 -0.16644 -0.11772 -0.18796 -0.09975 -0.19699 C -0.0793 -0.20695 -0.08959 -0.20301 -0.06902 -0.20903 C -0.06368 -0.20764 -0.05795 -0.2081 -0.05287 -0.20463 C -0.05144 -0.20347 -0.05183 -0.19954 -0.05196 -0.19699 C -0.053 -0.17824 -0.05391 -0.15926 -0.05626 -0.14097 C -0.0573 -0.13218 -0.06068 -0.125 -0.06225 -0.11667 C -0.06368 -0.10857 -0.06225 -0.11435 -0.06641 -0.10463 C -0.06928 -0.09769 -0.0668 -0.10162 -0.07071 -0.09699 C -0.07305 -0.09746 -0.07527 -0.09746 -0.07748 -0.09838 C -0.07852 -0.09884 -0.07917 -0.1007 -0.08008 -0.10139 C -0.08126 -0.10255 -0.08243 -0.10347 -0.08347 -0.10463 C -0.08712 -0.11759 -0.08295 -0.10509 -0.08777 -0.11366 C -0.08855 -0.11482 -0.08881 -0.11667 -0.08946 -0.11806 C -0.09024 -0.12014 -0.09115 -0.12222 -0.09206 -0.12431 C -0.09024 -0.16806 -0.09337 -0.14283 -0.06811 -0.20301 C -0.06615 -0.20787 -0.06381 -0.2125 -0.06133 -0.21667 C -0.05873 -0.22107 -0.05287 -0.22871 -0.05287 -0.22871 C -0.04923 -0.20926 -0.0517 -0.225 -0.05626 -0.17732 C -0.05678 -0.17222 -0.05704 -0.16713 -0.05795 -0.16204 C -0.06225 -0.13773 -0.06745 -0.11389 -0.07162 -0.08935 C -0.07305 -0.08079 -0.07397 -0.07199 -0.07579 -0.06366 C -0.08087 -0.04121 -0.08829 -0.02014 -0.09206 0.00301 C -0.09311 0.01018 -0.09402 0.01736 -0.09545 0.0243 C -0.09779 0.03588 -0.09923 0.03935 -0.10222 0.04861 C -0.10287 0.05254 -0.10548 0.06366 -0.10391 0.06065 C -0.09962 0.05231 -0.0974 0.0412 -0.09376 0.03194 C -0.08998 0.02245 -0.08555 0.01389 -0.08178 0.00463 C -0.07566 -0.01088 -0.06993 -0.02685 -0.06394 -0.04236 C -0.06173 -0.04815 -0.05912 -0.05324 -0.05704 -0.05903 C -0.05222 -0.07315 -0.04727 -0.08704 -0.04258 -0.10139 C -0.04141 -0.10509 -0.04024 -0.10857 -0.0392 -0.11204 C -0.03855 -0.11459 -0.03712 -0.12246 -0.03751 -0.11968 C -0.03959 -0.10093 -0.03972 -0.10718 -0.04519 -0.09097 C -0.04923 -0.07847 -0.05365 -0.06621 -0.05704 -0.05301 C -0.05847 -0.04746 -0.05977 -0.04167 -0.06133 -0.03634 C -0.06563 -0.02199 -0.07032 -0.0081 -0.07501 0.00602 C -0.07631 0.01018 -0.07774 0.01412 -0.0793 0.01829 C -0.08035 0.02129 -0.08269 0.02731 -0.08269 0.02731 C -0.08022 0.01412 -0.08282 0.02639 -0.0724 0.00301 C -0.07006 -0.00232 -0.06811 -0.00834 -0.06563 -0.01366 C -0.05873 -0.02801 -0.05144 -0.0419 -0.04428 -0.05602 C -0.04206 -0.06065 -0.03972 -0.06528 -0.03751 -0.06968 C -0.03438 -0.0757 -0.03126 -0.08195 -0.02813 -0.08796 C -0.02188 -0.09954 -0.02436 -0.09653 -0.01876 -0.10139 C -0.01824 -0.08727 -0.01706 -0.0757 -0.01876 -0.06204 C -0.0237 -0.02176 -0.02188 -0.03773 -0.02813 -0.00903 C -0.03022 0.00046 -0.03191 0.01018 -0.03412 0.01967 C -0.03477 0.02291 -0.03581 0.02569 -0.0366 0.0287 C -0.03842 0.03634 -0.04024 0.04375 -0.0418 0.05162 C -0.04219 0.05393 -0.04193 0.05671 -0.04258 0.05903 C -0.04337 0.06204 -0.04493 0.06412 -0.04597 0.06666 C -0.04662 0.06805 -0.04805 0.07291 -0.04766 0.07129 C -0.04597 0.06296 -0.04467 0.05393 -0.0418 0.04699 C -0.03751 0.03704 -0.03373 0.02731 -0.02891 0.01829 C -0.02592 0.0125 -0.01954 0.00162 -0.01954 0.00162 C -0.01902 0.00903 -0.01785 0.01666 -0.01785 0.0243 C -0.01785 0.03032 -0.01915 0.03634 -0.01954 0.04236 C -0.01993 0.04745 -0.02006 0.05254 -0.02045 0.05764 C -0.02253 0.08796 -0.02188 0.07176 -0.02475 0.10602 C -0.02566 0.11759 -0.02644 0.1294 -0.02722 0.14097 C -0.02696 0.16967 -0.02761 0.19861 -0.02644 0.22731 C -0.02631 0.22916 -0.02449 0.22569 -0.02383 0.2243 C -0.02188 0.21944 -0.02084 0.21366 -0.01876 0.20903 C -0.00365 0.17523 -0.01641 0.20648 -0.00769 0.19097 C -0.00613 0.18819 -0.00522 0.18426 -0.00339 0.18194 C -0.00079 0.17847 0.00234 0.17685 0.00507 0.1743 C 0.0095 0.21342 0.00572 0.17523 0.00768 0.25602 C 0.00768 0.25764 0.00833 0.25903 0.00859 0.26065 C 0.00885 0.26319 0.00911 0.26574 0.00937 0.26829 C 0.01054 0.26759 0.01184 0.26782 0.01275 0.26666 C 0.01406 0.26528 0.01549 0.25764 0.01627 0.25602 C 0.0177 0.25278 0.02031 0.25092 0.02135 0.24699 C 0.02369 0.23866 0.022 0.24236 0.02643 0.23634 C 0.02786 0.2375 0.02968 0.2375 0.03072 0.23935 C 0.0315 0.24097 0.03111 0.24352 0.0315 0.24537 C 0.03228 0.24815 0.03346 0.25046 0.03411 0.25301 C 0.0401 0.27616 0.03242 0.24954 0.03671 0.26967 C 0.03697 0.27153 0.03788 0.27268 0.0384 0.2743 C 0.0384 0.27454 0.0427 0.28773 0.04348 0.28796 C 0.05077 0.29004 0.0582 0.28889 0.06562 0.28935 C 0.06653 0.29097 0.06718 0.29282 0.06822 0.29398 C 0.069 0.29491 0.07083 0.2956 0.07083 0.2956 L 0.07083 0.2956 " pathEditMode="relative" ptsTypes="AAAAAAAAAAAAAAAAAAAAAAAAAAAAAAAAAAAAAAAAAAAAAAAAAAAAAAAAAAAAAAAAAAAAAAAAAAAAAAAAAAAAAAAAAAAAAAAAAAAAAAAAAAAAAAAAAAAAAAAAAAAAAAAAAAAAAAAAAAAAAAAAAAAAAAAAAAAAAAAAAAAAAAAAAA">
                                      <p:cBhvr>
                                        <p:cTn id="1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75E-6 7.40741E-7 L -3.75E-6 7.40741E-7 C 0.00065 0.0206 -0.00078 0.01736 0.00247 0.03032 C 0.00299 0.03241 0.00339 0.03449 0.00417 0.03634 C 0.00508 0.03819 0.00664 0.03912 0.00755 0.04074 C 0.00859 0.04259 0.00898 0.0456 0.01016 0.04699 C 0.02187 0.05949 0.01667 0.05162 0.02461 0.05602 C 0.02695 0.05717 0.02917 0.05949 0.03151 0.06065 C 0.03346 0.06157 0.03542 0.06134 0.0375 0.06203 C 0.05208 0.06736 0.03529 0.06389 0.05534 0.06666 C 0.06211 0.06551 0.06901 0.06481 0.07578 0.06366 C 0.07669 0.06342 0.0776 0.06273 0.07839 0.06203 C 0.08008 0.06018 0.08346 0.05602 0.08346 0.05602 C 0.08932 0.03541 0.08034 0.06504 0.08854 0.04537 C 0.08945 0.04328 0.08945 0.04028 0.09023 0.03773 C 0.09154 0.03403 0.0931 0.03078 0.09453 0.02731 C 0.0957 0.02014 0.09648 0.01296 0.09792 0.00602 C 0.10104 -0.00857 0.1 -0.00185 0.1013 -0.01366 C 0.10104 -0.01783 0.10143 -0.02199 0.10052 -0.0257 C 0.10013 -0.02732 0.09883 -0.02732 0.09792 -0.02732 C 0.09401 -0.02732 0.08997 -0.02639 0.08607 -0.0257 C 0.08294 -0.02477 0.07969 -0.02408 0.07669 -0.02269 C 0.07396 -0.02153 0.072 -0.01968 0.06979 -0.01667 C 0.06693 -0.01273 0.06536 -0.01158 0.0638 -0.00602 C 0.06302 -0.00301 0.0625 0.00324 0.06211 0.00602 C 0.06302 0.01967 0.06341 0.03333 0.06471 0.04699 C 0.06562 0.05625 0.06966 0.07014 0.0724 0.07731 C 0.0737 0.08078 0.08034 0.0956 0.08346 0.1 C 0.09115 0.11041 0.09323 0.11203 0.1013 0.11805 C 0.10221 0.11875 0.10312 0.11921 0.10391 0.11967 C 0.10964 0.11852 0.11536 0.11898 0.12096 0.11666 C 0.12891 0.11319 0.14206 0.09791 0.14909 0.09236 C 0.16172 0.08217 0.17474 0.07338 0.18737 0.06366 C 0.1918 0.06018 0.19596 0.05648 0.20026 0.05301 C 0.20273 0.05092 0.20547 0.0493 0.20794 0.04699 C 0.21628 0.03889 0.21875 0.0368 0.22669 0.02731 C 0.22812 0.02546 0.22943 0.02291 0.23086 0.02106 C 0.23281 0.01898 0.23503 0.01759 0.23685 0.01504 C 0.23971 0.01111 0.24193 0.00602 0.24453 0.00139 C 0.24505 -0.00116 0.24557 -0.00371 0.24622 -0.00602 C 0.24753 -0.01042 0.24935 -0.01389 0.25052 -0.01829 C 0.2526 -0.02616 0.25299 -0.03148 0.25391 -0.03935 C 0.25325 -0.04838 0.25195 -0.12084 0.24362 -0.15 C 0.24284 -0.15301 0.24115 -0.15486 0.24023 -0.15764 C 0.23893 -0.16204 0.23841 -0.16713 0.23685 -0.1713 C 0.23607 -0.17338 0.2345 -0.17431 0.23346 -0.1757 C 0.23008 -0.18079 0.22734 -0.18634 0.22318 -0.18935 C 0.21875 -0.19283 0.20964 -0.19861 0.20964 -0.19861 C 0.20586 -0.19792 0.20208 -0.19861 0.19857 -0.19699 C 0.19714 -0.19653 0.19596 -0.19445 0.19505 -0.19236 C 0.19193 -0.18519 0.18854 -0.17824 0.18659 -0.16968 L 0.18229 -0.15162 C 0.18164 -0.14398 0.1806 -0.13449 0.1806 -0.12732 C 0.1806 -0.11991 0.17982 -0.10625 0.1832 -0.09861 C 0.18437 -0.0956 0.18581 -0.09306 0.18737 -0.09097 C 0.1901 -0.0875 0.19297 -0.08797 0.19596 -0.08634 C 0.19766 -0.08565 0.19935 -0.08449 0.20104 -0.08334 C 0.21042 -0.08449 0.21992 -0.0838 0.22917 -0.08634 C 0.23477 -0.08797 0.2401 -0.09167 0.24544 -0.0956 C 0.24987 -0.09884 0.2543 -0.10255 0.2582 -0.10764 C 0.26549 -0.11713 0.27357 -0.12593 0.27865 -0.13935 C 0.28281 -0.1507 0.28568 -0.15718 0.2888 -0.16968 C 0.29049 -0.17616 0.2918 -0.18287 0.2931 -0.18935 C 0.29948 -0.22153 0.29805 -0.2125 0.30078 -0.23634 C 0.30195 -0.26574 0.30325 -0.28982 0.30078 -0.3213 C 0.30013 -0.32917 0.29766 -0.33634 0.29479 -0.34236 C 0.27969 -0.37593 0.29023 -0.35533 0.27865 -0.37431 C 0.27747 -0.37616 0.27643 -0.37847 0.27526 -0.38033 C 0.27331 -0.3831 0.27135 -0.38565 0.26927 -0.38797 C 0.25885 -0.39931 0.24935 -0.41435 0.23776 -0.4213 C 0.23607 -0.42222 0.23424 -0.42315 0.23255 -0.42431 C 0.22891 -0.42662 0.22526 -0.4294 0.22148 -0.43172 C 0.21875 -0.43357 0.21589 -0.43472 0.21302 -0.43634 C 0.21042 -0.43773 0.20794 -0.43982 0.20534 -0.44097 C 0.20286 -0.4419 0.20026 -0.4419 0.19766 -0.44236 C 0.18646 -0.44514 0.18216 -0.44653 0.17044 -0.45 L 0.10052 -0.44699 C 0.09909 -0.44699 0.09766 -0.4463 0.09622 -0.44537 C 0.09219 -0.44329 0.08828 -0.44074 0.08437 -0.43797 C 0.08112 -0.43565 0.07812 -0.43264 0.075 -0.43033 C 0.07161 -0.42778 0.06745 -0.4257 0.06471 -0.4213 C 0.05924 -0.41227 0.0543 -0.40232 0.04935 -0.39236 C 0.047 -0.38773 0.0444 -0.38287 0.04258 -0.37732 C 0.04062 -0.37153 0.03945 -0.36528 0.03828 -0.35903 C 0.03776 -0.35602 0.03711 -0.35301 0.03659 -0.35 C 0.03607 -0.34676 0.03516 -0.33634 0.0349 -0.33334 C 0.03568 -0.31528 0.03581 -0.29676 0.0375 -0.27871 C 0.03776 -0.27477 0.03945 -0.2713 0.04089 -0.26829 C 0.04857 -0.25116 0.04779 -0.25648 0.05794 -0.24537 C 0.06003 -0.24329 0.06159 -0.23935 0.0638 -0.23797 C 0.06628 -0.23634 0.06901 -0.23681 0.07148 -0.23634 C 0.075 -0.2338 0.07812 -0.22917 0.08177 -0.22871 L 0.13034 -0.23334 C 0.13984 -0.24514 0.14232 -0.24722 0.15078 -0.26065 C 0.1526 -0.26343 0.15443 -0.26644 0.15586 -0.26968 C 0.16471 -0.28959 0.1681 -0.30347 0.17383 -0.32871 C 0.17552 -0.33658 0.17695 -0.34491 0.17799 -0.35301 C 0.17891 -0.35903 0.17917 -0.36505 0.17982 -0.3713 C 0.17917 -0.39097 0.17969 -0.41088 0.17799 -0.43033 C 0.1776 -0.43519 0.16706 -0.47361 0.16615 -0.4757 C 0.16419 -0.48079 0.16081 -0.48334 0.15846 -0.48797 C 0.15703 -0.49051 0.15651 -0.49445 0.15508 -0.49699 C 0.147 -0.51134 0.14557 -0.51019 0.13633 -0.51968 C 0.13398 -0.52199 0.13203 -0.52547 0.12943 -0.52732 C 0.12318 -0.53172 0.11016 -0.53704 0.10312 -0.53935 C 0.09596 -0.54167 0.08893 -0.54375 0.08177 -0.54537 C 0.07669 -0.54676 0.07148 -0.54746 0.06641 -0.54838 L 0.05273 -0.55139 C 0.00729 -0.55023 0.00273 -0.55463 -0.03411 -0.54236 C -0.03867 -0.54097 -0.04336 -0.54005 -0.04779 -0.53797 C -0.05612 -0.53357 -0.06419 -0.52732 -0.07253 -0.52269 C -0.07617 -0.52084 -0.07995 -0.52014 -0.08359 -0.51829 C -0.10534 -0.50672 -0.08854 -0.5132 -0.09974 -0.50903 C -0.10495 -0.50509 -0.11016 -0.50139 -0.1151 -0.49699 C -0.12318 -0.48982 -0.13073 -0.48079 -0.13893 -0.47431 C -0.153 -0.4632 -0.15039 -0.46621 -0.16875 -0.44097 C -0.17057 -0.43843 -0.17148 -0.43449 -0.17305 -0.43172 C -0.17826 -0.42338 -0.18516 -0.41783 -0.18919 -0.40764 C -0.19232 -0.4 -0.19935 -0.38264 -0.20117 -0.37431 L -0.20378 -0.36204 C -0.20456 -0.34167 -0.20625 -0.32801 -0.20039 -0.30764 C -0.1987 -0.30185 -0.19466 -0.29954 -0.1918 -0.29537 C -0.18477 -0.28542 -0.19063 -0.29213 -0.18164 -0.28634 C -0.17643 -0.2831 -0.17161 -0.27824 -0.16628 -0.2757 C -0.16263 -0.27408 -0.15885 -0.27477 -0.15521 -0.27431 C -0.14948 -0.27523 -0.14362 -0.27431 -0.13815 -0.27732 C -0.13307 -0.28009 -0.12813 -0.28426 -0.12448 -0.29097 C -0.11667 -0.30486 -0.11497 -0.30579 -0.11003 -0.3213 C -0.10664 -0.33172 -0.10326 -0.3419 -0.10065 -0.35301 C -0.0987 -0.36134 -0.09766 -0.37014 -0.09635 -0.37871 C -0.09596 -0.38172 -0.0957 -0.38496 -0.09557 -0.38797 C -0.09492 -0.39607 -0.0944 -0.40394 -0.09375 -0.41204 C -0.09609 -0.43426 -0.09714 -0.45718 -0.10065 -0.47871 C -0.103 -0.49352 -0.10951 -0.50023 -0.11602 -0.50764 C -0.11784 -0.50972 -0.11979 -0.51204 -0.12188 -0.51366 C -0.12891 -0.51922 -0.13411 -0.52107 -0.14154 -0.52431 C -0.14414 -0.52523 -0.14661 -0.52685 -0.14922 -0.52732 C -0.15547 -0.52824 -0.16172 -0.52824 -0.16797 -0.52871 L -0.23529 -0.51968 C -0.24518 -0.51806 -0.25365 -0.51227 -0.26341 -0.50903 C -0.26966 -0.50718 -0.27604 -0.50695 -0.28216 -0.50463 C -0.28633 -0.50278 -0.35443 -0.46898 -0.35547 -0.46829 C -0.36602 -0.46019 -0.37656 -0.45255 -0.38698 -0.44398 C -0.38997 -0.44144 -0.39258 -0.4375 -0.39544 -0.43496 C -0.4237 -0.4088 -0.39336 -0.44491 -0.43984 -0.38797 C -0.44753 -0.37824 -0.46016 -0.35903 -0.46536 -0.34537 C -0.46927 -0.33519 -0.47161 -0.32315 -0.47474 -0.31204 C -0.47643 -0.29746 -0.47982 -0.2831 -0.47982 -0.26829 C -0.47982 -0.21852 -0.47891 -0.19977 -0.46458 -0.16528 C -0.46094 -0.15672 -0.44635 -0.12593 -0.43815 -0.1213 C -0.42513 -0.11412 -0.41146 -0.11227 -0.39805 -0.10764 C -0.37448 -0.11412 -0.35052 -0.11713 -0.32734 -0.12732 C -0.31719 -0.13172 -0.30755 -0.14051 -0.29922 -0.15162 C -0.27891 -0.17824 -0.27227 -0.18009 -0.26081 -0.21528 C -0.25755 -0.22523 -0.25573 -0.23634 -0.25313 -0.24699 C -0.25039 -0.29213 -0.24753 -0.30509 -0.25664 -0.35463 C -0.26315 -0.39051 -0.278 -0.41227 -0.29323 -0.43634 C -0.31979 -0.47824 -0.33828 -0.49792 -0.3776 -0.51667 C -0.39323 -0.52408 -0.41003 -0.51968 -0.42617 -0.5213 C -0.43698 -0.51968 -0.44779 -0.51875 -0.45859 -0.51667 C -0.46367 -0.51574 -0.46875 -0.51366 -0.47396 -0.51204 C -0.49922 -0.50394 -0.5151 -0.5 -0.53958 -0.48334 C -0.55013 -0.47616 -0.56029 -0.46713 -0.57018 -0.45764 C -0.57786 -0.45023 -0.58555 -0.44306 -0.59232 -0.43334 C -0.60273 -0.41852 -0.6125 -0.40232 -0.62135 -0.38496 C -0.62865 -0.37037 -0.63555 -0.35486 -0.64089 -0.33797 C -0.64557 -0.32338 -0.64779 -0.30648 -0.65117 -0.29097 C -0.65286 -0.26412 -0.65729 -0.2375 -0.65625 -0.21065 C -0.65417 -0.1581 -0.65013 -0.10509 -0.6418 -0.05463 C -0.6237 0.05532 -0.57044 0.15023 -0.53099 0.23032 C -0.52708 0.23819 -0.52175 0.24328 -0.51654 0.24838 C -0.47227 0.29143 -0.47565 0.27639 -0.41003 0.29074 C -0.34688 0.27083 -0.38359 0.28495 -0.26849 0.20602 C -0.22279 0.17453 -0.20638 0.14745 -0.15859 0.08773 C -0.15078 0.07824 -0.14297 0.06828 -0.13646 0.05602 C -0.12214 0.02916 -0.10911 0.00046 -0.09635 -0.02894 C -0.09336 -0.03565 -0.09154 -0.04375 -0.08958 -0.05162 C -0.07852 -0.0956 -0.08008 -0.09121 -0.07422 -0.13334 C -0.07734 -0.18195 -0.07539 -0.23218 -0.08359 -0.27871 C -0.08711 -0.29861 -0.11328 -0.36181 -0.12956 -0.38033 C -0.14779 -0.4007 -0.16654 -0.41968 -0.18581 -0.43634 C -0.25599 -0.4963 -0.36198 -0.47292 -0.42279 -0.47871 C -0.45768 -0.45903 -0.49349 -0.44375 -0.5276 -0.41968 C -0.53906 -0.41158 -0.57487 -0.36736 -0.58646 -0.34699 C -0.59531 -0.33102 -0.60495 -0.31528 -0.61107 -0.29537 C -0.62383 -0.25463 -0.63216 -0.20972 -0.64271 -0.16667 C -0.64466 -0.09792 -0.64909 -0.0294 -0.64857 0.03935 C -0.64844 0.0581 -0.64479 0.07639 -0.64089 0.09398 C -0.62917 0.14629 -0.61602 0.19791 -0.60169 0.24838 C -0.57943 0.32778 -0.51341 0.45301 -0.49349 0.49074 C -0.49102 0.4956 -0.45755 0.54004 -0.44753 0.54375 C -0.41823 0.55463 -0.38841 0.55903 -0.35885 0.56666 L -0.12786 0.48171 C -0.00716 0.43889 -0.01745 0.46504 0.14909 0.35139 C 0.19297 0.32153 0.25872 0.26736 0.29909 0.19838 C 0.30716 0.18449 0.31471 0.16967 0.32214 0.1544 C 0.32409 0.15046 0.32604 0.14583 0.32721 0.14074 C 0.33437 0.10741 0.34023 0.07315 0.34674 0.03935 C 0.34362 -0.00903 0.34128 -0.05787 0.33737 -0.10602 C 0.33672 -0.11505 0.33555 -0.12408 0.3332 -0.13195 C 0.3168 -0.18542 0.30234 -0.24167 0.28112 -0.28935 C 0.26367 -0.32894 0.24089 -0.36088 0.2181 -0.39097 C 0.19557 -0.42084 0.16367 -0.44699 0.13542 -0.45903 C 0.12591 -0.4632 0.11615 -0.46412 0.10651 -0.46667 C 0.06641 -0.46273 0.02591 -0.46528 -0.01367 -0.45463 C -0.0543 -0.44375 -0.10508 -0.41806 -0.14063 -0.37269 C -0.15 -0.36088 -0.15716 -0.34445 -0.16536 -0.33033 C -0.17591 -0.27084 -0.19414 -0.21389 -0.19688 -0.15162 C -0.2 -0.08148 -0.18828 -0.01204 -0.18242 0.05741 C -0.18164 0.06643 -0.17969 0.07523 -0.17734 0.08333 C -0.17044 0.10741 -0.14609 0.17592 -0.13646 0.19074 C -0.10286 0.24213 -0.06628 0.28703 -0.02995 0.33171 C -0.02096 0.34259 -0.01081 0.35 -0.00091 0.35741 C 0.04818 0.39421 0.11159 0.44838 0.16862 0.46805 C 0.18581 0.47407 0.20339 0.47616 0.2207 0.48009 C 0.27747 0.47153 0.3345 0.46597 0.39115 0.4544 C 0.58073 0.41551 0.38568 0.43611 0.5513 0.41342 C 0.60143 0.40671 0.72604 0.40648 0.75339 0.40602 C 0.75299 0.35254 0.75365 0.29884 0.75247 0.24537 C 0.75247 0.24352 0.74987 0.24236 0.74987 0.24236 " pathEditMode="relative" ptsTypes="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129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324000000">
                                      <p:cBhvr>
                                        <p:cTn id="131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22" presetClass="exit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2" presetClass="exit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22" presetClass="exit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22" presetClass="exit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33290"/>
                            </p:stCondLst>
                            <p:childTnLst>
                              <p:par>
                                <p:cTn id="1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8" grpId="0" animBg="1"/>
      <p:bldP spid="19" grpId="0" animBg="1"/>
      <p:bldP spid="20" grpId="0" animBg="1"/>
      <p:bldP spid="23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022094D-899D-DC3B-5658-692A6B5EF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DF413F72-710F-4D02-3DDA-956106B81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037" y="3623333"/>
            <a:ext cx="3260437" cy="2236545"/>
          </a:xfrm>
          <a:prstGeom prst="rect">
            <a:avLst/>
          </a:prstGeom>
        </p:spPr>
      </p:pic>
      <p:sp>
        <p:nvSpPr>
          <p:cNvPr id="5" name="对话气泡: 矩形 4">
            <a:extLst>
              <a:ext uri="{FF2B5EF4-FFF2-40B4-BE49-F238E27FC236}">
                <a16:creationId xmlns:a16="http://schemas.microsoft.com/office/drawing/2014/main" xmlns="" id="{FF9D7A2C-29FE-8A0D-5E5C-9C5D21D3959C}"/>
              </a:ext>
            </a:extLst>
          </p:cNvPr>
          <p:cNvSpPr/>
          <p:nvPr/>
        </p:nvSpPr>
        <p:spPr>
          <a:xfrm>
            <a:off x="2335535" y="5859878"/>
            <a:ext cx="1938153" cy="716310"/>
          </a:xfrm>
          <a:prstGeom prst="wedgeRectCallout">
            <a:avLst>
              <a:gd name="adj1" fmla="val 88904"/>
              <a:gd name="adj2" fmla="val -2526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我说我不想救你</a:t>
            </a:r>
            <a:r>
              <a:rPr lang="zh-CN" altLang="en-US" dirty="0"/>
              <a:t>了</a:t>
            </a:r>
            <a:r>
              <a:rPr lang="zh-CN" altLang="en-US" dirty="0" smtClean="0"/>
              <a:t>，你信吗？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9B460D7B-DF29-61F3-5DF5-A2DBC90C7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515" y="2979764"/>
            <a:ext cx="917480" cy="57253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D4D55519-392E-B766-731F-EE469F2FD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910" y="3740862"/>
            <a:ext cx="1076721" cy="200148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F50117AB-90DC-C9C8-383F-A7D77F4CF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357411">
            <a:off x="2997014" y="3820281"/>
            <a:ext cx="438919" cy="1342728"/>
          </a:xfrm>
          <a:prstGeom prst="rect">
            <a:avLst/>
          </a:prstGeom>
        </p:spPr>
      </p:pic>
      <p:sp>
        <p:nvSpPr>
          <p:cNvPr id="9" name="对话气泡: 矩形 4">
            <a:extLst>
              <a:ext uri="{FF2B5EF4-FFF2-40B4-BE49-F238E27FC236}">
                <a16:creationId xmlns:a16="http://schemas.microsoft.com/office/drawing/2014/main" xmlns="" id="{FF9D7A2C-29FE-8A0D-5E5C-9C5D21D3959C}"/>
              </a:ext>
            </a:extLst>
          </p:cNvPr>
          <p:cNvSpPr/>
          <p:nvPr/>
        </p:nvSpPr>
        <p:spPr>
          <a:xfrm>
            <a:off x="2535767" y="2552259"/>
            <a:ext cx="2035781" cy="413261"/>
          </a:xfrm>
          <a:prstGeom prst="wedgeRectCallout">
            <a:avLst>
              <a:gd name="adj1" fmla="val 88174"/>
              <a:gd name="adj2" fmla="val 23762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你就当</a:t>
            </a:r>
            <a:r>
              <a:rPr lang="zh-CN" altLang="en-US" dirty="0" smtClean="0"/>
              <a:t>我啥也没说</a:t>
            </a:r>
            <a:endParaRPr lang="zh-CN" altLang="en-US" dirty="0"/>
          </a:p>
        </p:txBody>
      </p:sp>
      <p:sp>
        <p:nvSpPr>
          <p:cNvPr id="10" name="对话气泡: 矩形 4">
            <a:extLst>
              <a:ext uri="{FF2B5EF4-FFF2-40B4-BE49-F238E27FC236}">
                <a16:creationId xmlns:a16="http://schemas.microsoft.com/office/drawing/2014/main" xmlns="" id="{FF9D7A2C-29FE-8A0D-5E5C-9C5D21D3959C}"/>
              </a:ext>
            </a:extLst>
          </p:cNvPr>
          <p:cNvSpPr/>
          <p:nvPr/>
        </p:nvSpPr>
        <p:spPr>
          <a:xfrm>
            <a:off x="7231950" y="2042579"/>
            <a:ext cx="1938153" cy="716310"/>
          </a:xfrm>
          <a:prstGeom prst="wedgeRectCallout">
            <a:avLst>
              <a:gd name="adj1" fmla="val -59172"/>
              <a:gd name="adj2" fmla="val 22760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没事，你有打败菜王的方法吗？</a:t>
            </a:r>
            <a:endParaRPr lang="zh-CN" altLang="en-US" dirty="0"/>
          </a:p>
        </p:txBody>
      </p:sp>
      <p:sp>
        <p:nvSpPr>
          <p:cNvPr id="11" name="对话气泡: 矩形 4">
            <a:extLst>
              <a:ext uri="{FF2B5EF4-FFF2-40B4-BE49-F238E27FC236}">
                <a16:creationId xmlns:a16="http://schemas.microsoft.com/office/drawing/2014/main" xmlns="" id="{FF9D7A2C-29FE-8A0D-5E5C-9C5D21D3959C}"/>
              </a:ext>
            </a:extLst>
          </p:cNvPr>
          <p:cNvSpPr/>
          <p:nvPr/>
        </p:nvSpPr>
        <p:spPr>
          <a:xfrm>
            <a:off x="2218100" y="2042579"/>
            <a:ext cx="2380786" cy="958457"/>
          </a:xfrm>
          <a:prstGeom prst="wedgeRectCallout">
            <a:avLst>
              <a:gd name="adj1" fmla="val 82470"/>
              <a:gd name="adj2" fmla="val 13089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那玩意怕火，，，</a:t>
            </a:r>
            <a:endParaRPr lang="zh-CN" altLang="en-US" dirty="0"/>
          </a:p>
        </p:txBody>
      </p:sp>
      <p:sp>
        <p:nvSpPr>
          <p:cNvPr id="12" name="对话气泡: 矩形 4">
            <a:extLst>
              <a:ext uri="{FF2B5EF4-FFF2-40B4-BE49-F238E27FC236}">
                <a16:creationId xmlns:a16="http://schemas.microsoft.com/office/drawing/2014/main" xmlns="" id="{FF9D7A2C-29FE-8A0D-5E5C-9C5D21D3959C}"/>
              </a:ext>
            </a:extLst>
          </p:cNvPr>
          <p:cNvSpPr/>
          <p:nvPr/>
        </p:nvSpPr>
        <p:spPr>
          <a:xfrm>
            <a:off x="7231949" y="2022054"/>
            <a:ext cx="1938153" cy="716310"/>
          </a:xfrm>
          <a:prstGeom prst="wedgeRectCallout">
            <a:avLst>
              <a:gd name="adj1" fmla="val -59172"/>
              <a:gd name="adj2" fmla="val 22760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……</a:t>
            </a:r>
          </a:p>
          <a:p>
            <a:pPr algn="ctr"/>
            <a:r>
              <a:rPr lang="zh-CN" altLang="en-US" dirty="0"/>
              <a:t>谢谢你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74" y="4607164"/>
            <a:ext cx="917480" cy="57253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97" y="2590286"/>
            <a:ext cx="917480" cy="57253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686" y="5589950"/>
            <a:ext cx="917480" cy="57253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708" y="5179700"/>
            <a:ext cx="917480" cy="57253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287" y="3644269"/>
            <a:ext cx="917480" cy="57253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549" y="1036923"/>
            <a:ext cx="917480" cy="57253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513" y="2680078"/>
            <a:ext cx="917480" cy="572536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9733" y="4567954"/>
            <a:ext cx="917480" cy="57253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4341" y="1416104"/>
            <a:ext cx="917480" cy="57253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055" y="4693467"/>
            <a:ext cx="917480" cy="57253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073" y="2076495"/>
            <a:ext cx="917480" cy="572536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952" y="1025342"/>
            <a:ext cx="917480" cy="572536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476" y="3224448"/>
            <a:ext cx="917480" cy="572536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194" y="2175200"/>
            <a:ext cx="917480" cy="572536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14" y="4301658"/>
            <a:ext cx="917480" cy="572536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0432" y="5162805"/>
            <a:ext cx="917480" cy="572536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794" y="3342331"/>
            <a:ext cx="917480" cy="572536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7008" y="3037215"/>
            <a:ext cx="917480" cy="572536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899" y="3001036"/>
            <a:ext cx="917480" cy="572536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055" y="2876554"/>
            <a:ext cx="917480" cy="572536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549" y="2060956"/>
            <a:ext cx="917480" cy="572536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8090" y="5890724"/>
            <a:ext cx="917480" cy="572536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61" y="6134630"/>
            <a:ext cx="917480" cy="572536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285" y="6147961"/>
            <a:ext cx="917480" cy="572536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57" y="3500503"/>
            <a:ext cx="917480" cy="572536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57" y="6043344"/>
            <a:ext cx="917480" cy="572536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674" y="5779529"/>
            <a:ext cx="917480" cy="572536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952" y="6253964"/>
            <a:ext cx="917480" cy="572536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92" y="1581723"/>
            <a:ext cx="917480" cy="572536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575" y="134729"/>
            <a:ext cx="917480" cy="572536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120" y="134550"/>
            <a:ext cx="917480" cy="572536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xmlns="" id="{F3441892-4871-3EC2-41FB-4D9D3B0F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14" y="761330"/>
            <a:ext cx="917480" cy="572536"/>
          </a:xfrm>
          <a:prstGeom prst="rect">
            <a:avLst/>
          </a:prstGeom>
        </p:spPr>
      </p:pic>
      <p:sp>
        <p:nvSpPr>
          <p:cNvPr id="45" name="对话气泡: 矩形 4">
            <a:extLst>
              <a:ext uri="{FF2B5EF4-FFF2-40B4-BE49-F238E27FC236}">
                <a16:creationId xmlns:a16="http://schemas.microsoft.com/office/drawing/2014/main" xmlns="" id="{FF9D7A2C-29FE-8A0D-5E5C-9C5D21D3959C}"/>
              </a:ext>
            </a:extLst>
          </p:cNvPr>
          <p:cNvSpPr/>
          <p:nvPr/>
        </p:nvSpPr>
        <p:spPr>
          <a:xfrm>
            <a:off x="2155507" y="2003369"/>
            <a:ext cx="2380786" cy="958457"/>
          </a:xfrm>
          <a:prstGeom prst="wedgeRectCallout">
            <a:avLst>
              <a:gd name="adj1" fmla="val 82470"/>
              <a:gd name="adj2" fmla="val 13089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666</a:t>
            </a:r>
            <a:r>
              <a:rPr lang="zh-CN" altLang="en-US" dirty="0" smtClean="0"/>
              <a:t>，演都不演了</a:t>
            </a:r>
            <a:endParaRPr lang="zh-CN" altLang="en-US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xmlns="" id="{371A1A6F-95BC-A6B8-E883-1982180D1E71}"/>
              </a:ext>
            </a:extLst>
          </p:cNvPr>
          <p:cNvSpPr/>
          <p:nvPr/>
        </p:nvSpPr>
        <p:spPr>
          <a:xfrm>
            <a:off x="5355275" y="139318"/>
            <a:ext cx="5879805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就这样</a:t>
            </a:r>
            <a:r>
              <a:rPr lang="zh-CN" altLang="en-US" dirty="0" smtClean="0"/>
              <a:t>，小人再一次出</a:t>
            </a:r>
            <a:r>
              <a:rPr lang="zh-CN" altLang="en-US" dirty="0"/>
              <a:t>了医院，</a:t>
            </a:r>
            <a:r>
              <a:rPr lang="zh-CN" altLang="en-US" dirty="0" smtClean="0"/>
              <a:t>他双变</a:t>
            </a:r>
            <a:r>
              <a:rPr lang="zh-CN" altLang="en-US" dirty="0"/>
              <a:t>强了一点</a:t>
            </a:r>
          </a:p>
        </p:txBody>
      </p:sp>
    </p:spTree>
    <p:extLst>
      <p:ext uri="{BB962C8B-B14F-4D97-AF65-F5344CB8AC3E}">
        <p14:creationId xmlns:p14="http://schemas.microsoft.com/office/powerpoint/2010/main" val="3945381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50"/>
    </mc:Choice>
    <mc:Fallback xmlns="">
      <p:transition spd="slow" advTm="250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2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0182 0.0007 L -0.00182 0.00093 C -0.12656 -0.02476 -0.17096 -0.03958 -0.30091 -0.04097 C -0.3069 -0.04097 -0.31211 -0.0331 -0.31784 -0.02916 C -0.31094 -0.01759 -0.30664 0.0044 -0.29714 0.00579 C -0.21732 0.0176 -0.21458 -0.01574 -0.16029 -0.09583 C -0.17188 -0.11967 -0.17917 -0.15347 -0.19505 -0.16759 C -0.26302 -0.22801 -0.25781 -0.0206 -0.26341 0.01899 C -0.22474 0.05695 -0.19115 0.14098 -0.14714 0.13241 C 0.00924 0.10186 -0.04492 -0.00601 -0.07409 -0.09097 C -0.10599 -0.02245 -0.12891 0.03635 -0.18659 0.06574 C -0.22435 0.08519 -0.26524 0.06459 -0.30469 0.06412 C -0.26003 -0.08356 -0.27982 -0.05092 -0.21563 -0.15254 C -0.21484 -0.1537 -0.2138 -0.15139 -0.21276 -0.15092 C -0.20638 -0.02268 -0.21732 0.01019 -0.15378 0.10741 C -0.14857 0.11528 -0.14375 0.09074 -0.1388 0.08241 C -0.13672 0.04653 -0.1125 -0.09768 -0.16693 -0.10926 C -0.19557 -0.11527 -0.22188 -0.07801 -0.24935 -0.0625 C -0.24662 -0.02199 -0.26172 0.04167 -0.24089 0.05903 C -0.08438 0.19144 -0.06641 0.17223 0.03568 0.1257 C -0.11706 0.01713 -0.15365 0.00394 -0.30182 -0.1625 C -0.30807 -0.16967 -0.30742 -0.18703 -0.31029 -0.19907 C -0.32344 -0.0956 -0.33789 -0.03935 -0.29154 0.07732 C -0.28307 0.09861 -0.26276 0.06852 -0.24844 0.06412 C -0.24219 0.04352 -0.23346 0.02477 -0.22969 0.00255 C -0.22878 -0.00277 -0.23451 -0.01365 -0.2362 -0.00926 C -0.24609 0.01574 -0.25065 0.0463 -0.25781 0.07408 C -0.21849 0.10741 -0.1832 0.17755 -0.13971 0.17408 C -0.10287 0.17107 -0.06224 0.11968 -0.05065 0.05741 C -0.04271 0.01505 -0.08034 -0.01504 -0.09844 -0.04583 C -0.14219 -0.1206 -0.15703 -0.12037 -0.21094 -0.15764 C -0.22018 -0.15208 -0.24935 -0.14351 -0.22591 -0.10092 C -0.17175 -0.00231 -0.16172 -0.00671 -0.10781 0.01412 C -0.12253 0.01968 -0.13789 0.02107 -0.15182 0.03079 C -0.16263 0.0382 -0.18229 0.08449 -0.18099 0.06412 C -0.17839 0.02361 -0.15768 -0.00625 -0.14714 -0.04259 C -0.13581 -0.08194 -0.12591 -0.12245 -0.11537 -0.1625 C -0.10964 -0.15648 -0.09427 -0.15324 -0.09844 -0.14421 C -0.11107 -0.11736 -0.13177 -0.1074 -0.14909 -0.09097 C -0.2487 0.00463 -0.17956 -0.07014 -0.21849 -0.02754 C -0.21979 -0.02037 -0.22175 -0.01435 -0.2138 -0.00926 C -0.18958 0.00602 -0.16432 0.01528 -0.13971 0.02732 L -0.11341 0.0257 C -0.10143 0.02153 -0.09492 0.00579 -0.08255 0.00417 C -0.06133 0.00139 -0.03997 0.00301 -0.01875 0.00255 C -0.01693 0.0007 -0.01511 -0.00139 -0.01315 -0.00254 C -0.01159 -0.00347 -0.01003 -0.00347 -0.00846 -0.00416 C -0.00755 -0.00463 -0.00651 -0.00532 -0.0056 -0.00578 C -0.00534 -0.00416 -0.00508 -0.00254 -0.00469 -0.00092 C -0.00261 0.00649 -0.00234 0.00047 -0.00182 0.0007 Z " pathEditMode="relative" rAng="0" ptsTypes="AAAAAAAAAAAAAAAAAAAAAAAAAAAAAAAAAAAAAAAAAAAAAAAAAA">
                                      <p:cBhvr>
                                        <p:cTn id="1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206" y="-1319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216000000">
                                      <p:cBhvr>
                                        <p:cTn id="1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000"/>
                            </p:stCondLst>
                            <p:childTnLst>
                              <p:par>
                                <p:cTn id="21" presetID="0" presetClass="path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013 0.00023 L -0.0013 0.00023 C -0.00325 -0.02222 -0.00547 -0.04421 -0.0069 -0.06667 C -0.00755 -0.07592 -0.00742 -0.08542 -0.00794 -0.09491 C -0.00833 -0.10208 -0.00924 -0.10926 -0.00976 -0.11667 C -0.01054 -0.12824 -0.01107 -0.13981 -0.01159 -0.15162 C -0.01041 -0.1787 -0.00963 -0.22778 -0.00416 -0.25671 C -0.00234 -0.2662 0.00117 -0.27477 0.0043 -0.28333 C 0.01055 -0.30023 0.01589 -0.31898 0.02396 -0.33333 C 0.02683 -0.33819 0.0293 -0.34398 0.03242 -0.34838 C 0.04024 -0.35949 0.05521 -0.37963 0.06615 -0.39005 C 0.06771 -0.39143 0.06927 -0.39213 0.07084 -0.39329 C 0.07344 -0.39537 0.08308 -0.40463 0.08685 -0.40671 C 0.09544 -0.41111 0.10925 -0.41204 0.1168 -0.41319 C 0.17878 -0.40625 0.17044 -0.42083 0.20495 -0.39329 C 0.20599 -0.39259 0.2069 -0.3912 0.20768 -0.39005 C 0.25235 -0.31875 0.1737 -0.44143 0.22175 -0.36667 C 0.22487 -0.35602 0.22722 -0.34444 0.23112 -0.33495 C 0.24063 -0.31273 0.23542 -0.32662 0.24518 -0.29167 C 0.2474 -0.2838 0.24987 -0.27639 0.25183 -0.26829 C 0.25703 -0.24583 0.26185 -0.22685 0.26498 -0.20162 C 0.26589 -0.19375 0.26667 -0.18588 0.26771 -0.17824 C 0.26914 -0.16875 0.27097 -0.15949 0.2724 -0.15 C 0.27357 -0.14282 0.27409 -0.13542 0.27526 -0.12824 C 0.27604 -0.12315 0.27735 -0.11829 0.27813 -0.11319 C 0.28008 -0.09954 0.28177 -0.08542 0.28373 -0.07153 C 0.28464 -0.06435 0.28646 -0.05 0.28646 -0.05 C 0.28685 -0.04329 0.28698 -0.03657 0.2875 -0.02986 C 0.28763 -0.02755 0.28828 -0.02546 0.28841 -0.02315 C 0.28854 -0.01713 0.28841 -0.01111 0.28841 -0.00486 L 0.28841 -0.00486 " pathEditMode="relative" ptsTypes="AAAAAAAAAAAAAAAAAAAAAAAAAAAAAAA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8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5100000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1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4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60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6100"/>
                            </p:stCondLst>
                            <p:childTnLst>
                              <p:par>
                                <p:cTn id="4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6200"/>
                            </p:stCondLst>
                            <p:childTnLst>
                              <p:par>
                                <p:cTn id="5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6300"/>
                            </p:stCondLst>
                            <p:childTnLst>
                              <p:par>
                                <p:cTn id="6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6400"/>
                            </p:stCondLst>
                            <p:childTnLst>
                              <p:par>
                                <p:cTn id="6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6500"/>
                            </p:stCondLst>
                            <p:childTnLst>
                              <p:par>
                                <p:cTn id="7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6600"/>
                            </p:stCondLst>
                            <p:childTnLst>
                              <p:par>
                                <p:cTn id="7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6700"/>
                            </p:stCondLst>
                            <p:childTnLst>
                              <p:par>
                                <p:cTn id="8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6800"/>
                            </p:stCondLst>
                            <p:childTnLst>
                              <p:par>
                                <p:cTn id="9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6900"/>
                            </p:stCondLst>
                            <p:childTnLst>
                              <p:par>
                                <p:cTn id="9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7100"/>
                            </p:stCondLst>
                            <p:childTnLst>
                              <p:par>
                                <p:cTn id="10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7200"/>
                            </p:stCondLst>
                            <p:childTnLst>
                              <p:par>
                                <p:cTn id="1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7300"/>
                            </p:stCondLst>
                            <p:childTnLst>
                              <p:par>
                                <p:cTn id="1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7400"/>
                            </p:stCondLst>
                            <p:childTnLst>
                              <p:par>
                                <p:cTn id="1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7500"/>
                            </p:stCondLst>
                            <p:childTnLst>
                              <p:par>
                                <p:cTn id="1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7600"/>
                            </p:stCondLst>
                            <p:childTnLst>
                              <p:par>
                                <p:cTn id="1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7700"/>
                            </p:stCondLst>
                            <p:childTnLst>
                              <p:par>
                                <p:cTn id="1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7800"/>
                            </p:stCondLst>
                            <p:childTnLst>
                              <p:par>
                                <p:cTn id="1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7900"/>
                            </p:stCondLst>
                            <p:childTnLst>
                              <p:par>
                                <p:cTn id="1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8000"/>
                            </p:stCondLst>
                            <p:childTnLst>
                              <p:par>
                                <p:cTn id="16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8100"/>
                            </p:stCondLst>
                            <p:childTnLst>
                              <p:par>
                                <p:cTn id="16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8200"/>
                            </p:stCondLst>
                            <p:childTnLst>
                              <p:par>
                                <p:cTn id="17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8300"/>
                            </p:stCondLst>
                            <p:childTnLst>
                              <p:par>
                                <p:cTn id="18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8400"/>
                            </p:stCondLst>
                            <p:childTnLst>
                              <p:par>
                                <p:cTn id="18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18500"/>
                            </p:stCondLst>
                            <p:childTnLst>
                              <p:par>
                                <p:cTn id="19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18600"/>
                            </p:stCondLst>
                            <p:childTnLst>
                              <p:par>
                                <p:cTn id="19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1" dur="1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18700"/>
                            </p:stCondLst>
                            <p:childTnLst>
                              <p:par>
                                <p:cTn id="20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18800"/>
                            </p:stCondLst>
                            <p:childTnLst>
                              <p:par>
                                <p:cTn id="2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18900"/>
                            </p:stCondLst>
                            <p:childTnLst>
                              <p:par>
                                <p:cTn id="2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19000"/>
                            </p:stCondLst>
                            <p:childTnLst>
                              <p:par>
                                <p:cTn id="2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19100"/>
                            </p:stCondLst>
                            <p:childTnLst>
                              <p:par>
                                <p:cTn id="2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1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1" dur="1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1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19200"/>
                            </p:stCondLst>
                            <p:childTnLst>
                              <p:par>
                                <p:cTn id="2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1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20700"/>
                            </p:stCondLst>
                            <p:childTnLst>
                              <p:par>
                                <p:cTn id="23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841 -0.00463 L 0.28841 -0.00417 L 0.32031 -0.00602 C 0.33464 -0.00718 0.3405 -0.00787 0.35391 -0.00949 C 0.36367 -0.0132 0.35964 -0.01204 0.37669 -0.0125 L 0.48125 -0.01598 C 0.48581 -0.01667 0.49024 -0.0169 0.49479 -0.01736 C 0.49649 -0.01783 0.49805 -0.01898 0.49987 -0.01922 C 0.50235 -0.01968 0.50482 -0.02037 0.50742 -0.02084 C 0.51159 -0.02153 0.51576 -0.02199 0.52005 -0.02223 C 0.5319 -0.02199 0.54375 -0.02223 0.55534 -0.02084 C 0.5569 -0.0206 0.5638 -0.01598 0.56563 -0.01435 C 0.5668 -0.01297 0.56771 -0.01065 0.56901 -0.00949 C 0.57461 -0.00394 0.57591 -0.00371 0.58073 -0.00116 C 0.58555 0.00486 0.58776 0.00833 0.59505 0.0118 C 0.59623 0.0125 0.5974 0.01296 0.59844 0.01365 C 0.59987 0.01435 0.60117 0.01574 0.60274 0.01666 C 0.60404 0.01759 0.60547 0.01782 0.60677 0.01852 C 0.60794 0.01898 0.60899 0.0199 0.61029 0.02014 C 0.61393 0.02106 0.61745 0.02129 0.6211 0.02199 C 0.62904 0.02083 0.63698 0.0199 0.64479 0.01852 C 0.6487 0.01782 0.64727 0.01643 0.65065 0.01527 C 0.65261 0.01435 0.65456 0.01412 0.65664 0.01365 C 0.65768 0.01319 0.65886 0.0125 0.6599 0.0118 C 0.67279 0.00787 0.66029 0.01365 0.67604 0.00694 C 0.67683 0.00671 0.67761 0.00578 0.67852 0.00532 C 0.68047 0.00416 0.68229 0.00324 0.68438 0.00208 C 0.68542 0.00139 0.68659 0.00115 0.68776 0.00023 C 0.68998 -0.0007 0.69089 -0.00139 0.69284 -0.00463 C 0.69375 -0.00602 0.69427 -0.00787 0.69531 -0.00949 C 0.6961 -0.01019 0.69701 -0.01065 0.69792 -0.01111 C 0.69909 -0.0125 0.69987 -0.01482 0.7013 -0.01598 C 0.70287 -0.01713 0.70469 -0.01713 0.70625 -0.01736 C 0.71328 -0.01968 0.71276 -0.01922 0.72058 -0.02084 L 0.76615 -0.01922 C 0.76758 -0.01922 0.77058 -0.0169 0.77201 -0.01598 C 0.77305 -0.01551 0.77422 -0.01482 0.77539 -0.01435 C 0.78125 -0.01065 0.77787 -0.01204 0.78294 -0.00764 C 0.78386 -0.00718 0.78477 -0.00695 0.78555 -0.00602 C 0.78633 -0.0051 0.78711 -0.00371 0.78802 -0.00278 C 0.78985 -0.00116 0.79297 -0.00023 0.79479 0.00023 C 0.80547 0.00486 0.78959 -0.00116 0.80235 0.0037 C 0.80938 0.00324 0.81641 0.00347 0.82344 0.00208 C 0.82487 0.00185 0.83034 -0.00232 0.8319 -0.00463 C 0.83737 -0.01204 0.83151 -0.00741 0.83698 -0.01111 C 0.83985 -0.01482 0.83841 -0.01435 0.84128 -0.01435 " pathEditMode="relative" rAng="0" ptsTypes="AAAAAAAAAAAAAAAAAAAAAAAAAAAAAAAAAAAAAAAAAAAAAA">
                                      <p:cBhvr>
                                        <p:cTn id="23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643" y="4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22700"/>
                            </p:stCondLst>
                            <p:childTnLst>
                              <p:par>
                                <p:cTn id="241" presetID="42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9" grpId="0" animBg="1"/>
      <p:bldP spid="10" grpId="0" animBg="1"/>
      <p:bldP spid="11" grpId="0" animBg="1"/>
      <p:bldP spid="12" grpId="0" animBg="1"/>
      <p:bldP spid="45" grpId="0" animBg="1"/>
      <p:bldP spid="4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25B1B9CD-8A37-2DAA-097E-0649FC51F209}"/>
              </a:ext>
            </a:extLst>
          </p:cNvPr>
          <p:cNvSpPr/>
          <p:nvPr/>
        </p:nvSpPr>
        <p:spPr>
          <a:xfrm>
            <a:off x="2793144" y="2855358"/>
            <a:ext cx="5879805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欲知后事如何，请听下回分解！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25B1B9CD-8A37-2DAA-097E-0649FC51F209}"/>
              </a:ext>
            </a:extLst>
          </p:cNvPr>
          <p:cNvSpPr/>
          <p:nvPr/>
        </p:nvSpPr>
        <p:spPr>
          <a:xfrm rot="5400000">
            <a:off x="-7498293" y="10557779"/>
            <a:ext cx="40323688" cy="5442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25B1B9CD-8A37-2DAA-097E-0649FC51F209}"/>
              </a:ext>
            </a:extLst>
          </p:cNvPr>
          <p:cNvSpPr/>
          <p:nvPr/>
        </p:nvSpPr>
        <p:spPr>
          <a:xfrm>
            <a:off x="555151" y="7605158"/>
            <a:ext cx="3963256" cy="23389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本集</a:t>
            </a:r>
            <a:r>
              <a:rPr lang="zh-CN" altLang="en-US" dirty="0" smtClean="0"/>
              <a:t>人员：小人                  神医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FE136F08-174C-BF64-D556-5121679F7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152" y="8234093"/>
            <a:ext cx="500857" cy="153220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0423C8CA-1ACE-6711-8327-B889B9612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546" y="8229989"/>
            <a:ext cx="824267" cy="153220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xmlns="" id="{25B1B9CD-8A37-2DAA-097E-0649FC51F209}"/>
              </a:ext>
            </a:extLst>
          </p:cNvPr>
          <p:cNvSpPr/>
          <p:nvPr/>
        </p:nvSpPr>
        <p:spPr>
          <a:xfrm>
            <a:off x="4795761" y="10326515"/>
            <a:ext cx="7143302" cy="4472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出场器具：车                         救护车                              病床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       </a:t>
            </a:r>
          </a:p>
          <a:p>
            <a:r>
              <a:rPr lang="en-US" altLang="zh-CN" dirty="0" smtClean="0"/>
              <a:t>            1</a:t>
            </a:r>
            <a:r>
              <a:rPr lang="zh-CN" altLang="en-US" dirty="0" smtClean="0"/>
              <a:t>百               木棍                铁皮                           铲子</a:t>
            </a:r>
            <a:endParaRPr lang="en-US" altLang="zh-CN" dirty="0"/>
          </a:p>
          <a:p>
            <a:r>
              <a:rPr lang="en-US" altLang="zh-CN" dirty="0" smtClean="0"/>
              <a:t>                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C5C1D258-71E9-2245-5EAF-C160B2407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2038" y="10995031"/>
            <a:ext cx="1876515" cy="105302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8B81C814-A2C8-5401-8D61-A66C99C992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8056" y="11029375"/>
            <a:ext cx="1849030" cy="103760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8D3CAABB-A960-4E3E-C2BB-7A421DE5BD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8257" y="13047872"/>
            <a:ext cx="917480" cy="57253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1B6835F1-A20F-CD4F-D49E-5140C6BE95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5594" y="11041004"/>
            <a:ext cx="1764463" cy="104483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4400A191-6468-545B-A937-048B0924FD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1820" y="13001341"/>
            <a:ext cx="126236" cy="109987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F5829CD1-B639-FFFD-269E-0B52721546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4207" y="13062583"/>
            <a:ext cx="685592" cy="57879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xmlns="" id="{4E423379-F0E5-CBC3-BC3D-C17ABBD7FA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8001217">
            <a:off x="10271690" y="12949137"/>
            <a:ext cx="615053" cy="175958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25B1B9CD-8A37-2DAA-097E-0649FC51F209}"/>
              </a:ext>
            </a:extLst>
          </p:cNvPr>
          <p:cNvSpPr/>
          <p:nvPr/>
        </p:nvSpPr>
        <p:spPr>
          <a:xfrm>
            <a:off x="712899" y="16490224"/>
            <a:ext cx="8038804" cy="43084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植物：菜                                            菜王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xmlns="" id="{EDA86698-2683-E25C-C10F-3DDC61BE61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02460" y="17141794"/>
            <a:ext cx="606376" cy="50026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xmlns="" id="{6FC72509-F494-8A2A-0A58-A60B4BD3A1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7695" y="17160439"/>
            <a:ext cx="3547602" cy="292677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25B1B9CD-8A37-2DAA-097E-0649FC51F209}"/>
              </a:ext>
            </a:extLst>
          </p:cNvPr>
          <p:cNvSpPr/>
          <p:nvPr/>
        </p:nvSpPr>
        <p:spPr>
          <a:xfrm>
            <a:off x="653437" y="13899978"/>
            <a:ext cx="3748036" cy="17981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字体</a:t>
            </a:r>
            <a:r>
              <a:rPr lang="zh-CN" altLang="en-US" dirty="0" smtClean="0"/>
              <a:t>：          等</a:t>
            </a:r>
            <a:r>
              <a:rPr lang="zh-CN" altLang="en-US" dirty="0"/>
              <a:t>线 </a:t>
            </a:r>
            <a:r>
              <a:rPr lang="en-US" altLang="zh-CN" dirty="0"/>
              <a:t>(</a:t>
            </a:r>
            <a:r>
              <a:rPr lang="zh-CN" altLang="en-US" dirty="0"/>
              <a:t>正文</a:t>
            </a:r>
            <a:r>
              <a:rPr lang="en-US" altLang="zh-CN" dirty="0"/>
              <a:t>)</a:t>
            </a:r>
            <a:r>
              <a:rPr lang="zh-CN" altLang="en-US" dirty="0" smtClean="0"/>
              <a:t>             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4623" y="14593305"/>
            <a:ext cx="2445664" cy="320678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25B1B9CD-8A37-2DAA-097E-0649FC51F209}"/>
              </a:ext>
            </a:extLst>
          </p:cNvPr>
          <p:cNvSpPr/>
          <p:nvPr/>
        </p:nvSpPr>
        <p:spPr>
          <a:xfrm>
            <a:off x="9002677" y="18644463"/>
            <a:ext cx="2999264" cy="43084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制作天数</a:t>
            </a:r>
            <a:r>
              <a:rPr lang="zh-CN" altLang="en-US" dirty="0" smtClean="0"/>
              <a:t>：    </a:t>
            </a:r>
            <a:r>
              <a:rPr lang="en-US" altLang="zh-CN" dirty="0" smtClean="0"/>
              <a:t>2</a:t>
            </a:r>
            <a:r>
              <a:rPr lang="zh-CN" altLang="en-US" dirty="0" smtClean="0"/>
              <a:t>天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制作人：我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剧情设计：我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瞎做成都：</a:t>
            </a:r>
            <a:r>
              <a:rPr lang="en-US" altLang="zh-CN" dirty="0" smtClean="0"/>
              <a:t>999</a:t>
            </a:r>
          </a:p>
          <a:p>
            <a:endParaRPr lang="en-US" altLang="zh-CN" dirty="0"/>
          </a:p>
          <a:p>
            <a:r>
              <a:rPr lang="zh-CN" altLang="en-US" dirty="0" smtClean="0"/>
              <a:t>暑假作业完成度：</a:t>
            </a:r>
            <a:r>
              <a:rPr lang="en-US" altLang="zh-CN" dirty="0" smtClean="0"/>
              <a:t>-1%</a:t>
            </a:r>
          </a:p>
          <a:p>
            <a:endParaRPr lang="en-US" altLang="zh-CN" dirty="0"/>
          </a:p>
          <a:p>
            <a:r>
              <a:rPr lang="zh-CN" altLang="en-US" dirty="0" smtClean="0"/>
              <a:t>素材：自己❀的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自我</a:t>
            </a:r>
            <a:r>
              <a:rPr lang="zh-CN" altLang="en-US" dirty="0"/>
              <a:t>评价：</a:t>
            </a:r>
            <a:r>
              <a:rPr lang="zh-CN" altLang="en-US" dirty="0" smtClean="0"/>
              <a:t>∞</a:t>
            </a:r>
            <a:r>
              <a:rPr lang="en-US" altLang="zh-CN" dirty="0"/>
              <a:t>+</a:t>
            </a:r>
            <a:r>
              <a:rPr lang="en-US" altLang="zh-CN" dirty="0" smtClean="0"/>
              <a:t>∞=</a:t>
            </a:r>
          </a:p>
          <a:p>
            <a:endParaRPr lang="zh-CN" altLang="en-US" dirty="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47020" y="22241448"/>
            <a:ext cx="215911" cy="139707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25B1B9CD-8A37-2DAA-097E-0649FC51F209}"/>
              </a:ext>
            </a:extLst>
          </p:cNvPr>
          <p:cNvSpPr/>
          <p:nvPr/>
        </p:nvSpPr>
        <p:spPr>
          <a:xfrm>
            <a:off x="3108041" y="26882309"/>
            <a:ext cx="5879805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感谢</a:t>
            </a:r>
            <a:r>
              <a:rPr lang="zh-CN" altLang="en-US" dirty="0" smtClean="0"/>
              <a:t>您的观看！期待下次相会！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4194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397"/>
    </mc:Choice>
    <mc:Fallback xmlns="">
      <p:transition spd="slow" advTm="333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34 -3.59977 L -0.00534 -3.59977 " pathEditMode="relative" ptsTypes="AAA">
                                      <p:cBhvr>
                                        <p:cTn id="12" dur="3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34 -3.59977 L -0.00534 -3.59977 " pathEditMode="relative" ptsTypes="AAA">
                                      <p:cBhvr>
                                        <p:cTn id="14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34 -3.59977 L -0.00534 -3.59977 " pathEditMode="relative" ptsTypes="AAA">
                                      <p:cBhvr>
                                        <p:cTn id="16" dur="3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34 -3.59977 L -0.00534 -3.59977 " pathEditMode="relative" ptsTypes="AAA">
                                      <p:cBhvr>
                                        <p:cTn id="18" dur="3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34 -3.59977 L -0.00534 -3.59977 " pathEditMode="relative" ptsTypes="AAA">
                                      <p:cBhvr>
                                        <p:cTn id="20" dur="3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34 -3.59977 L -0.00534 -3.59977 " pathEditMode="relative" ptsTypes="AAA">
                                      <p:cBhvr>
                                        <p:cTn id="22" dur="3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34 -3.59977 L -0.00534 -3.59977 " pathEditMode="relative" ptsTypes="AAA">
                                      <p:cBhvr>
                                        <p:cTn id="24" dur="3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34 -3.59977 L -0.00534 -3.59977 " pathEditMode="relative" ptsTypes="AAA">
                                      <p:cBhvr>
                                        <p:cTn id="26" dur="3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34 -3.59977 L -0.00534 -3.59977 " pathEditMode="relative" ptsTypes="AAA">
                                      <p:cBhvr>
                                        <p:cTn id="28" dur="3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34 -3.59977 L -0.00534 -3.59977 " pathEditMode="relative" ptsTypes="AAA">
                                      <p:cBhvr>
                                        <p:cTn id="30" dur="3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34 -3.59977 L -0.00534 -3.59977 " pathEditMode="relative" ptsTypes="AAA">
                                      <p:cBhvr>
                                        <p:cTn id="32" dur="3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34 -3.59977 L -0.00534 -3.59977 " pathEditMode="relative" ptsTypes="AAA">
                                      <p:cBhvr>
                                        <p:cTn id="34" dur="3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34 -3.59977 L -0.00534 -3.59977 " pathEditMode="relative" ptsTypes="AAA">
                                      <p:cBhvr>
                                        <p:cTn id="36" dur="3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34 -3.59977 L -0.00534 -3.59977 " pathEditMode="relative" ptsTypes="AAA">
                                      <p:cBhvr>
                                        <p:cTn id="38" dur="3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34 -3.59977 L -0.00534 -3.59977 " pathEditMode="relative" ptsTypes="AAA">
                                      <p:cBhvr>
                                        <p:cTn id="40" dur="3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34 -3.59977 L -0.00534 -3.59977 " pathEditMode="relative" ptsTypes="AAA">
                                      <p:cBhvr>
                                        <p:cTn id="42" dur="3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34 -3.59977 L -0.00534 -3.59977 " pathEditMode="relative" ptsTypes="AAA">
                                      <p:cBhvr>
                                        <p:cTn id="44" dur="3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34 -3.59977 L -0.00534 -3.59977 " pathEditMode="relative" ptsTypes="AAA">
                                      <p:cBhvr>
                                        <p:cTn id="46" dur="3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34 -3.59977 L -0.00534 -3.59977 " pathEditMode="relative" ptsTypes="AAA">
                                      <p:cBhvr>
                                        <p:cTn id="48" dur="3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34 -3.59977 L -0.00534 -3.59977 " pathEditMode="relative" ptsTypes="AAA">
                                      <p:cBhvr>
                                        <p:cTn id="50" dur="3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 animBg="1"/>
      <p:bldP spid="7" grpId="0" animBg="1"/>
      <p:bldP spid="19" grpId="0" animBg="1"/>
      <p:bldP spid="22" grpId="0" animBg="1"/>
      <p:bldP spid="24" grpId="0" animBg="1"/>
      <p:bldP spid="2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2911</TotalTime>
  <Words>387</Words>
  <Application>Microsoft Office PowerPoint</Application>
  <PresentationFormat>宽屏</PresentationFormat>
  <Paragraphs>90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菜就多练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菜就多练</dc:title>
  <dc:creator>RENA LV</dc:creator>
  <cp:lastModifiedBy>A</cp:lastModifiedBy>
  <cp:revision>16</cp:revision>
  <dcterms:created xsi:type="dcterms:W3CDTF">2025-06-08T12:09:42Z</dcterms:created>
  <dcterms:modified xsi:type="dcterms:W3CDTF">2025-09-19T14:06:07Z</dcterms:modified>
</cp:coreProperties>
</file>