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82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5" r:id="rId19"/>
    <p:sldId id="276" r:id="rId20"/>
    <p:sldId id="277" r:id="rId21"/>
    <p:sldId id="278" r:id="rId22"/>
    <p:sldId id="279" r:id="rId23"/>
    <p:sldId id="274" r:id="rId24"/>
    <p:sldId id="280" r:id="rId25"/>
    <p:sldId id="281" r:id="rId26"/>
    <p:sldId id="259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DFDFD"/>
    <a:srgbClr val="FFCD05"/>
    <a:srgbClr val="ED7D31"/>
    <a:srgbClr val="5B9BD5"/>
    <a:srgbClr val="70A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94" autoAdjust="0"/>
    <p:restoredTop sz="93473" autoAdjust="0"/>
  </p:normalViewPr>
  <p:slideViewPr>
    <p:cSldViewPr snapToGrid="0">
      <p:cViewPr>
        <p:scale>
          <a:sx n="40" d="100"/>
          <a:sy n="40" d="100"/>
        </p:scale>
        <p:origin x="1816" y="60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A0F570-C87C-4669-9C7A-4DE062C80756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CA8A87-AE4B-4B19-A670-20DA03C15E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2403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CA8A87-AE4B-4B19-A670-20DA03C15EA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68568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28EEB-7AF5-4F17-8D5D-340A5F2A241D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48A5F-6602-49CC-8740-13A34B4F1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8926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28EEB-7AF5-4F17-8D5D-340A5F2A241D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48A5F-6602-49CC-8740-13A34B4F1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040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28EEB-7AF5-4F17-8D5D-340A5F2A241D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48A5F-6602-49CC-8740-13A34B4F1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5045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28EEB-7AF5-4F17-8D5D-340A5F2A241D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48A5F-6602-49CC-8740-13A34B4F1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6879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28EEB-7AF5-4F17-8D5D-340A5F2A241D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48A5F-6602-49CC-8740-13A34B4F1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1637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28EEB-7AF5-4F17-8D5D-340A5F2A241D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48A5F-6602-49CC-8740-13A34B4F1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6201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28EEB-7AF5-4F17-8D5D-340A5F2A241D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48A5F-6602-49CC-8740-13A34B4F1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1028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28EEB-7AF5-4F17-8D5D-340A5F2A241D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48A5F-6602-49CC-8740-13A34B4F1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1224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28EEB-7AF5-4F17-8D5D-340A5F2A241D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48A5F-6602-49CC-8740-13A34B4F1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1159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28EEB-7AF5-4F17-8D5D-340A5F2A241D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48A5F-6602-49CC-8740-13A34B4F1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399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28EEB-7AF5-4F17-8D5D-340A5F2A241D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48A5F-6602-49CC-8740-13A34B4F1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8079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728EEB-7AF5-4F17-8D5D-340A5F2A241D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B48A5F-6602-49CC-8740-13A34B4F1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4182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3.xml"/><Relationship Id="rId3" Type="http://schemas.openxmlformats.org/officeDocument/2006/relationships/slide" Target="slide9.xml"/><Relationship Id="rId7" Type="http://schemas.openxmlformats.org/officeDocument/2006/relationships/slide" Target="slide15.xml"/><Relationship Id="rId2" Type="http://schemas.openxmlformats.org/officeDocument/2006/relationships/slide" Target="slide5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5.xml"/><Relationship Id="rId5" Type="http://schemas.openxmlformats.org/officeDocument/2006/relationships/slide" Target="slide1.xml"/><Relationship Id="rId4" Type="http://schemas.openxmlformats.org/officeDocument/2006/relationships/slide" Target="slide3.xml"/><Relationship Id="rId9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Relationship Id="rId4" Type="http://schemas.openxmlformats.org/officeDocument/2006/relationships/slide" Target="slide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slide" Target="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Relationship Id="rId4" Type="http://schemas.openxmlformats.org/officeDocument/2006/relationships/slide" Target="slide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Relationship Id="rId4" Type="http://schemas.openxmlformats.org/officeDocument/2006/relationships/slide" Target="slide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Relationship Id="rId4" Type="http://schemas.openxmlformats.org/officeDocument/2006/relationships/slide" Target="slide2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19084" y="-530941"/>
            <a:ext cx="9144000" cy="2387600"/>
          </a:xfrm>
        </p:spPr>
        <p:txBody>
          <a:bodyPr/>
          <a:lstStyle/>
          <a:p>
            <a:r>
              <a:rPr lang="zh-CN" altLang="en-US" dirty="0" smtClean="0"/>
              <a:t>鼠标灵活挑战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7484" y="3873449"/>
            <a:ext cx="11887200" cy="2100672"/>
          </a:xfrm>
        </p:spPr>
        <p:txBody>
          <a:bodyPr>
            <a:noAutofit/>
          </a:bodyPr>
          <a:lstStyle/>
          <a:p>
            <a:pPr algn="l"/>
            <a:r>
              <a:rPr lang="zh-CN" altLang="en-US" sz="1800" dirty="0" smtClean="0"/>
              <a:t>玩前提示：</a:t>
            </a:r>
            <a:endParaRPr lang="en-US" altLang="zh-CN" sz="1800" dirty="0" smtClean="0"/>
          </a:p>
          <a:p>
            <a:pPr algn="l"/>
            <a:endParaRPr lang="en-US" altLang="zh-CN" sz="1800" dirty="0" smtClean="0"/>
          </a:p>
          <a:p>
            <a:pPr algn="l"/>
            <a:r>
              <a:rPr lang="en-US" altLang="zh-CN" sz="1800" dirty="0"/>
              <a:t>	</a:t>
            </a:r>
            <a:r>
              <a:rPr lang="en-US" altLang="zh-CN" sz="1800" dirty="0" smtClean="0"/>
              <a:t>1.</a:t>
            </a:r>
            <a:r>
              <a:rPr lang="zh-CN" altLang="en-US" sz="1800" dirty="0"/>
              <a:t>可以在开始玩</a:t>
            </a:r>
            <a:r>
              <a:rPr lang="zh-CN" altLang="en-US" sz="1800" dirty="0" smtClean="0"/>
              <a:t>前将</a:t>
            </a:r>
            <a:r>
              <a:rPr lang="zh-CN" altLang="en-US" sz="1800" dirty="0"/>
              <a:t>左下角里的    箭头选项中改为可见，这样可以</a:t>
            </a:r>
            <a:r>
              <a:rPr lang="zh-CN" altLang="en-US" sz="1800" dirty="0" smtClean="0"/>
              <a:t>避免长时间无动作使得光标消失。</a:t>
            </a:r>
            <a:endParaRPr lang="en-US" altLang="zh-CN" sz="1800" dirty="0"/>
          </a:p>
          <a:p>
            <a:pPr algn="l"/>
            <a:r>
              <a:rPr lang="en-US" altLang="zh-CN" sz="1800" dirty="0" smtClean="0"/>
              <a:t>	</a:t>
            </a:r>
          </a:p>
          <a:p>
            <a:pPr algn="l"/>
            <a:r>
              <a:rPr lang="en-US" altLang="zh-CN" sz="1800" dirty="0" smtClean="0"/>
              <a:t>	2.</a:t>
            </a:r>
            <a:r>
              <a:rPr lang="zh-CN" altLang="en-US" sz="1800" dirty="0" smtClean="0"/>
              <a:t>在关卡内</a:t>
            </a:r>
            <a:r>
              <a:rPr lang="zh-CN" altLang="en-US" sz="1800" dirty="0"/>
              <a:t>请</a:t>
            </a:r>
            <a:r>
              <a:rPr lang="zh-CN" altLang="en-US" sz="1800" dirty="0" smtClean="0"/>
              <a:t>避免点击鼠标，会造成动画结束、跳关等影响正常流程的情况。</a:t>
            </a:r>
            <a:endParaRPr lang="en-US" altLang="zh-CN" sz="1800" dirty="0" smtClean="0"/>
          </a:p>
          <a:p>
            <a:pPr algn="l"/>
            <a:r>
              <a:rPr lang="en-US" altLang="zh-CN" sz="1800" dirty="0" smtClean="0"/>
              <a:t>	</a:t>
            </a:r>
          </a:p>
          <a:p>
            <a:pPr algn="l"/>
            <a:r>
              <a:rPr lang="en-US" altLang="zh-CN" sz="1800" dirty="0" smtClean="0"/>
              <a:t>	3.</a:t>
            </a:r>
            <a:r>
              <a:rPr lang="zh-CN" altLang="en-US" sz="1800" dirty="0" smtClean="0"/>
              <a:t>适度游戏，健康生活。祝您游戏愉快！</a:t>
            </a:r>
            <a:endParaRPr lang="zh-CN" altLang="en-US" sz="1800" dirty="0"/>
          </a:p>
        </p:txBody>
      </p:sp>
      <p:sp>
        <p:nvSpPr>
          <p:cNvPr id="4" name="矩形 3">
            <a:hlinkClick r:id="rId3" action="ppaction://hlinksldjump"/>
          </p:cNvPr>
          <p:cNvSpPr/>
          <p:nvPr/>
        </p:nvSpPr>
        <p:spPr>
          <a:xfrm>
            <a:off x="4611330" y="2324280"/>
            <a:ext cx="3529780" cy="1081548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 smtClean="0"/>
              <a:t>点击进入游戏！</a:t>
            </a:r>
            <a:endParaRPr lang="zh-CN" altLang="en-US" sz="3600" dirty="0"/>
          </a:p>
        </p:txBody>
      </p:sp>
      <p:sp>
        <p:nvSpPr>
          <p:cNvPr id="5" name="文本框 4">
            <a:hlinkClick r:id="" action="ppaction://hlinkshowjump?jump=endshow"/>
          </p:cNvPr>
          <p:cNvSpPr txBox="1"/>
          <p:nvPr/>
        </p:nvSpPr>
        <p:spPr>
          <a:xfrm>
            <a:off x="10208543" y="6195899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退出游戏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0619" y="4672273"/>
            <a:ext cx="210938" cy="20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872872"/>
      </p:ext>
    </p:extLst>
  </p:cSld>
  <p:clrMapOvr>
    <a:masterClrMapping/>
  </p:clrMapOvr>
  <p:transition spd="slow">
    <p:push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hlinkClick r:id="rId2" action="ppaction://hlinksldjump"/>
          </p:cNvPr>
          <p:cNvSpPr/>
          <p:nvPr/>
        </p:nvSpPr>
        <p:spPr>
          <a:xfrm>
            <a:off x="3451444" y="3582736"/>
            <a:ext cx="1573164" cy="1091381"/>
          </a:xfrm>
          <a:prstGeom prst="rect">
            <a:avLst/>
          </a:prstGeom>
          <a:ln>
            <a:noFill/>
          </a:ln>
          <a:effectLst>
            <a:glow rad="228600">
              <a:schemeClr val="accent6">
                <a:satMod val="175000"/>
                <a:alpha val="40000"/>
              </a:schemeClr>
            </a:glow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accent6">
                    <a:lumMod val="50000"/>
                  </a:schemeClr>
                </a:solidFill>
              </a:rPr>
              <a:t>Easy</a:t>
            </a:r>
          </a:p>
          <a:p>
            <a:pPr algn="ctr"/>
            <a:r>
              <a:rPr lang="zh-CN" altLang="en-US" dirty="0" smtClean="0"/>
              <a:t>适合休闲娱乐</a:t>
            </a:r>
            <a:endParaRPr lang="en-US" altLang="zh-CN" dirty="0" smtClean="0"/>
          </a:p>
          <a:p>
            <a:pPr algn="ctr"/>
            <a:r>
              <a:rPr lang="zh-CN" altLang="en-US" dirty="0" smtClean="0"/>
              <a:t>难度：简单</a:t>
            </a:r>
            <a:endParaRPr lang="en-US" altLang="zh-CN" dirty="0" smtClean="0"/>
          </a:p>
          <a:p>
            <a:pPr algn="ctr"/>
            <a:r>
              <a:rPr lang="zh-CN" altLang="en-US" dirty="0" smtClean="0"/>
              <a:t>流程</a:t>
            </a:r>
            <a:r>
              <a:rPr lang="zh-CN" altLang="en-US" dirty="0" smtClean="0"/>
              <a:t>：短</a:t>
            </a:r>
            <a:endParaRPr lang="zh-CN" altLang="en-US" dirty="0"/>
          </a:p>
        </p:txBody>
      </p:sp>
      <p:sp>
        <p:nvSpPr>
          <p:cNvPr id="3" name="矩形 2">
            <a:hlinkClick r:id="rId3" action="ppaction://hlinksldjump"/>
          </p:cNvPr>
          <p:cNvSpPr/>
          <p:nvPr/>
        </p:nvSpPr>
        <p:spPr>
          <a:xfrm>
            <a:off x="5638388" y="2466426"/>
            <a:ext cx="2192593" cy="1425677"/>
          </a:xfrm>
          <a:prstGeom prst="rect">
            <a:avLst/>
          </a:prstGeom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rgbClr val="002060"/>
                </a:solidFill>
              </a:rPr>
              <a:t>Normal</a:t>
            </a:r>
          </a:p>
          <a:p>
            <a:pPr algn="ctr"/>
            <a:r>
              <a:rPr lang="zh-CN" altLang="en-US" dirty="0" smtClean="0">
                <a:solidFill>
                  <a:schemeClr val="bg1"/>
                </a:solidFill>
              </a:rPr>
              <a:t>适合适当挑战</a:t>
            </a:r>
            <a:endParaRPr lang="en-US" altLang="zh-CN" dirty="0" smtClean="0">
              <a:solidFill>
                <a:schemeClr val="bg1"/>
              </a:solidFill>
            </a:endParaRPr>
          </a:p>
          <a:p>
            <a:pPr algn="ctr"/>
            <a:r>
              <a:rPr lang="zh-CN" altLang="en-US" dirty="0" smtClean="0">
                <a:solidFill>
                  <a:schemeClr val="bg1"/>
                </a:solidFill>
              </a:rPr>
              <a:t>难度：中等</a:t>
            </a:r>
            <a:endParaRPr lang="en-US" altLang="zh-CN" dirty="0" smtClean="0">
              <a:solidFill>
                <a:schemeClr val="bg1"/>
              </a:solidFill>
            </a:endParaRPr>
          </a:p>
          <a:p>
            <a:pPr algn="ctr"/>
            <a:r>
              <a:rPr lang="zh-CN" altLang="en-US" dirty="0" smtClean="0">
                <a:solidFill>
                  <a:schemeClr val="bg1"/>
                </a:solidFill>
              </a:rPr>
              <a:t>流程：中等</a:t>
            </a:r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7820" y="103239"/>
            <a:ext cx="2954655" cy="646331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chemeClr val="accent2">
                    <a:lumMod val="75000"/>
                  </a:schemeClr>
                </a:solidFill>
              </a:rPr>
              <a:t>选择关卡界面</a:t>
            </a:r>
            <a:endParaRPr lang="zh-CN" altLang="en-US" sz="3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矩形 5">
            <a:hlinkClick r:id="rId4" action="ppaction://hlinksldjump"/>
          </p:cNvPr>
          <p:cNvSpPr/>
          <p:nvPr/>
        </p:nvSpPr>
        <p:spPr>
          <a:xfrm>
            <a:off x="585082" y="4441243"/>
            <a:ext cx="2497393" cy="1311449"/>
          </a:xfrm>
          <a:prstGeom prst="rect">
            <a:avLst/>
          </a:prstGeom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New</a:t>
            </a:r>
          </a:p>
          <a:p>
            <a:pPr algn="ctr"/>
            <a:r>
              <a:rPr lang="zh-CN" altLang="en-US" dirty="0"/>
              <a:t>新手</a:t>
            </a:r>
            <a:r>
              <a:rPr lang="zh-CN" altLang="en-US" dirty="0" smtClean="0"/>
              <a:t>教程</a:t>
            </a:r>
            <a:endParaRPr lang="en-US" altLang="zh-CN" dirty="0" smtClean="0"/>
          </a:p>
          <a:p>
            <a:pPr algn="ctr"/>
            <a:r>
              <a:rPr lang="zh-CN" altLang="en-US" dirty="0" smtClean="0"/>
              <a:t>难度：无</a:t>
            </a:r>
            <a:endParaRPr lang="en-US" altLang="zh-CN" dirty="0" smtClean="0"/>
          </a:p>
          <a:p>
            <a:pPr algn="ctr"/>
            <a:r>
              <a:rPr lang="zh-CN" altLang="en-US" dirty="0" smtClean="0"/>
              <a:t>流程：短</a:t>
            </a:r>
            <a:endParaRPr lang="zh-CN" altLang="en-US" dirty="0"/>
          </a:p>
        </p:txBody>
      </p:sp>
      <p:sp>
        <p:nvSpPr>
          <p:cNvPr id="7" name="文本框 6">
            <a:hlinkClick r:id="rId5" action="ppaction://hlinksldjump"/>
          </p:cNvPr>
          <p:cNvSpPr txBox="1"/>
          <p:nvPr/>
        </p:nvSpPr>
        <p:spPr>
          <a:xfrm>
            <a:off x="6815318" y="5959672"/>
            <a:ext cx="2031325" cy="646331"/>
          </a:xfrm>
          <a:prstGeom prst="rect">
            <a:avLst/>
          </a:prstGeom>
          <a:ln w="381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rgbClr val="7030A0"/>
                </a:solidFill>
              </a:rPr>
              <a:t>返回界面</a:t>
            </a:r>
            <a:endParaRPr lang="zh-CN" altLang="en-US" sz="3600" dirty="0">
              <a:solidFill>
                <a:srgbClr val="7030A0"/>
              </a:solidFill>
            </a:endParaRPr>
          </a:p>
        </p:txBody>
      </p:sp>
      <p:sp>
        <p:nvSpPr>
          <p:cNvPr id="8" name="文本框 7">
            <a:hlinkClick r:id="" action="ppaction://hlinkshowjump?jump=endshow"/>
          </p:cNvPr>
          <p:cNvSpPr txBox="1"/>
          <p:nvPr/>
        </p:nvSpPr>
        <p:spPr>
          <a:xfrm>
            <a:off x="9020581" y="595967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退出游戏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78139" y="6170400"/>
            <a:ext cx="530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小</a:t>
            </a:r>
            <a:r>
              <a:rPr lang="en-US" altLang="zh-CN" dirty="0" smtClean="0"/>
              <a:t>tips</a:t>
            </a:r>
            <a:r>
              <a:rPr lang="zh-CN" altLang="en-US" dirty="0" smtClean="0"/>
              <a:t>：鼠标的碰撞箱在头部附近哦。</a:t>
            </a:r>
            <a:endParaRPr lang="zh-CN" altLang="en-US" dirty="0"/>
          </a:p>
        </p:txBody>
      </p:sp>
      <p:sp>
        <p:nvSpPr>
          <p:cNvPr id="13" name="椭圆 12">
            <a:hlinkClick r:id="rId6" action="ppaction://hlinksldjump"/>
          </p:cNvPr>
          <p:cNvSpPr/>
          <p:nvPr/>
        </p:nvSpPr>
        <p:spPr>
          <a:xfrm>
            <a:off x="4353733" y="5873334"/>
            <a:ext cx="2192593" cy="7326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制作者名单</a:t>
            </a:r>
            <a:endParaRPr lang="zh-CN" altLang="en-US" dirty="0"/>
          </a:p>
        </p:txBody>
      </p:sp>
      <p:sp>
        <p:nvSpPr>
          <p:cNvPr id="14" name="矩形 13">
            <a:hlinkClick r:id="rId7" action="ppaction://hlinksldjump"/>
          </p:cNvPr>
          <p:cNvSpPr/>
          <p:nvPr/>
        </p:nvSpPr>
        <p:spPr>
          <a:xfrm>
            <a:off x="8260782" y="487865"/>
            <a:ext cx="2944759" cy="2305664"/>
          </a:xfrm>
          <a:prstGeom prst="rect">
            <a:avLst/>
          </a:prstGeom>
          <a:ln>
            <a:noFill/>
          </a:ln>
          <a:effectLst>
            <a:glow rad="228600">
              <a:schemeClr val="accent2">
                <a:satMod val="175000"/>
                <a:alpha val="40000"/>
              </a:schemeClr>
            </a:glow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accent2">
                    <a:lumMod val="50000"/>
                  </a:schemeClr>
                </a:solidFill>
              </a:rPr>
              <a:t>Hard</a:t>
            </a:r>
          </a:p>
          <a:p>
            <a:pPr algn="ctr"/>
            <a:r>
              <a:rPr lang="zh-CN" altLang="en-US" dirty="0" smtClean="0">
                <a:solidFill>
                  <a:schemeClr val="bg1"/>
                </a:solidFill>
              </a:rPr>
              <a:t>适合有大量时间进行挑战</a:t>
            </a:r>
            <a:endParaRPr lang="en-US" altLang="zh-CN" dirty="0" smtClean="0">
              <a:solidFill>
                <a:schemeClr val="bg1"/>
              </a:solidFill>
            </a:endParaRPr>
          </a:p>
          <a:p>
            <a:pPr algn="ctr"/>
            <a:r>
              <a:rPr lang="zh-CN" altLang="en-US" dirty="0" smtClean="0">
                <a:solidFill>
                  <a:schemeClr val="bg1"/>
                </a:solidFill>
              </a:rPr>
              <a:t>难度：高</a:t>
            </a:r>
            <a:endParaRPr lang="en-US" altLang="zh-CN" dirty="0" smtClean="0">
              <a:solidFill>
                <a:schemeClr val="bg1"/>
              </a:solidFill>
            </a:endParaRPr>
          </a:p>
          <a:p>
            <a:pPr algn="ctr"/>
            <a:r>
              <a:rPr lang="zh-CN" altLang="en-US" dirty="0" smtClean="0">
                <a:solidFill>
                  <a:schemeClr val="bg1"/>
                </a:solidFill>
              </a:rPr>
              <a:t>流程：较长</a:t>
            </a:r>
            <a:endParaRPr lang="en-US" altLang="zh-CN" dirty="0" smtClean="0">
              <a:solidFill>
                <a:schemeClr val="bg1"/>
              </a:solidFill>
            </a:endParaRPr>
          </a:p>
          <a:p>
            <a:pPr algn="ctr"/>
            <a:r>
              <a:rPr lang="zh-CN" altLang="en-US" dirty="0" smtClean="0">
                <a:solidFill>
                  <a:schemeClr val="bg1"/>
                </a:solidFill>
              </a:rPr>
              <a:t>存葬点数目：</a:t>
            </a:r>
            <a:r>
              <a:rPr lang="en-US" altLang="zh-CN" dirty="0" smtClean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7" name="文本框 16">
            <a:hlinkClick r:id="rId8" action="ppaction://hlinksldjump"/>
          </p:cNvPr>
          <p:cNvSpPr txBox="1"/>
          <p:nvPr/>
        </p:nvSpPr>
        <p:spPr>
          <a:xfrm>
            <a:off x="11459009" y="5524069"/>
            <a:ext cx="467644" cy="1015663"/>
          </a:xfrm>
          <a:prstGeom prst="rect">
            <a:avLst/>
          </a:prstGeom>
          <a:ln w="38100">
            <a:solidFill>
              <a:srgbClr val="7030A0"/>
            </a:solidFill>
          </a:ln>
          <a:effectLst>
            <a:glow rad="279400">
              <a:srgbClr val="7030A0">
                <a:alpha val="60000"/>
              </a:srgbClr>
            </a:glow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7030A0"/>
                </a:solidFill>
              </a:rPr>
              <a:t>挑战关</a:t>
            </a:r>
          </a:p>
        </p:txBody>
      </p:sp>
      <p:sp>
        <p:nvSpPr>
          <p:cNvPr id="9" name="菱形 8">
            <a:hlinkClick r:id="rId9" action="ppaction://hlinksldjump"/>
          </p:cNvPr>
          <p:cNvSpPr/>
          <p:nvPr/>
        </p:nvSpPr>
        <p:spPr>
          <a:xfrm>
            <a:off x="492681" y="1278099"/>
            <a:ext cx="1638106" cy="904486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FFCD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accent4">
                    <a:lumMod val="50000"/>
                  </a:schemeClr>
                </a:solidFill>
              </a:rPr>
              <a:t>图签</a:t>
            </a:r>
            <a:endParaRPr lang="zh-CN" alt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13450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696929" y="855406"/>
            <a:ext cx="4168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/>
              <a:t>欢迎来到新手教程！</a:t>
            </a:r>
            <a:endParaRPr lang="en-US" altLang="zh-CN" sz="3600" dirty="0" smtClean="0"/>
          </a:p>
        </p:txBody>
      </p:sp>
      <p:sp>
        <p:nvSpPr>
          <p:cNvPr id="4" name="文本框 3"/>
          <p:cNvSpPr txBox="1"/>
          <p:nvPr/>
        </p:nvSpPr>
        <p:spPr>
          <a:xfrm>
            <a:off x="3696929" y="2325328"/>
            <a:ext cx="4168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/>
              <a:t>现在开始玩法教学。</a:t>
            </a:r>
            <a:endParaRPr lang="zh-CN" altLang="en-US" sz="3600" dirty="0"/>
          </a:p>
        </p:txBody>
      </p:sp>
      <p:sp>
        <p:nvSpPr>
          <p:cNvPr id="5" name="文本框 4"/>
          <p:cNvSpPr txBox="1"/>
          <p:nvPr/>
        </p:nvSpPr>
        <p:spPr>
          <a:xfrm>
            <a:off x="1036320" y="1501737"/>
            <a:ext cx="104749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/>
              <a:t>如你所见，现在的你是一个鼠标，请四处动一动吧。</a:t>
            </a:r>
            <a:endParaRPr lang="zh-CN" altLang="en-US" sz="3600" dirty="0"/>
          </a:p>
        </p:txBody>
      </p:sp>
      <p:sp>
        <p:nvSpPr>
          <p:cNvPr id="8" name="文本框 7"/>
          <p:cNvSpPr txBox="1"/>
          <p:nvPr/>
        </p:nvSpPr>
        <p:spPr>
          <a:xfrm>
            <a:off x="501178" y="3827053"/>
            <a:ext cx="12673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/>
              <a:t>鼠标非常脆弱，所以移动</a:t>
            </a:r>
            <a:r>
              <a:rPr lang="zh-CN" altLang="en-US" sz="3200" dirty="0" smtClean="0"/>
              <a:t>时要注意不要碰到边界或者</a:t>
            </a:r>
            <a:r>
              <a:rPr lang="zh-CN" altLang="en-US" sz="3200" dirty="0" smtClean="0"/>
              <a:t>障碍物哦</a:t>
            </a:r>
            <a:endParaRPr lang="zh-CN" altLang="en-US" sz="3200" dirty="0"/>
          </a:p>
        </p:txBody>
      </p:sp>
      <p:sp>
        <p:nvSpPr>
          <p:cNvPr id="11" name="文本框 10"/>
          <p:cNvSpPr txBox="1"/>
          <p:nvPr/>
        </p:nvSpPr>
        <p:spPr>
          <a:xfrm>
            <a:off x="501178" y="4540246"/>
            <a:ext cx="119075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/>
              <a:t>在每个大关卡中的小关卡里不能退出，所以可以根据游玩</a:t>
            </a:r>
            <a:endParaRPr lang="en-US" altLang="zh-CN" sz="3600" dirty="0" smtClean="0"/>
          </a:p>
          <a:p>
            <a:r>
              <a:rPr lang="zh-CN" altLang="en-US" sz="3600" dirty="0" smtClean="0"/>
              <a:t>时间选择难度。</a:t>
            </a:r>
            <a:endParaRPr lang="en-US" altLang="zh-CN" sz="3600" dirty="0" smtClean="0"/>
          </a:p>
        </p:txBody>
      </p:sp>
      <p:sp>
        <p:nvSpPr>
          <p:cNvPr id="12" name="文本框 11"/>
          <p:cNvSpPr txBox="1"/>
          <p:nvPr/>
        </p:nvSpPr>
        <p:spPr>
          <a:xfrm>
            <a:off x="501178" y="3113861"/>
            <a:ext cx="11272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latin typeface="MS Gothic" panose="020B0609070205080204" pitchFamily="49" charset="-128"/>
                <a:ea typeface="MS Gothic" panose="020B0609070205080204" pitchFamily="49" charset="-128"/>
              </a:rPr>
              <a:t>新手教程到此结束，谢谢您的观看，请开始您的游戏吧！</a:t>
            </a:r>
            <a:endParaRPr lang="zh-CN" altLang="en-US" sz="3600" dirty="0"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sp>
        <p:nvSpPr>
          <p:cNvPr id="13" name="矩形 12">
            <a:hlinkHover r:id="rId2" action="ppaction://hlinksldjump"/>
          </p:cNvPr>
          <p:cNvSpPr/>
          <p:nvPr/>
        </p:nvSpPr>
        <p:spPr>
          <a:xfrm>
            <a:off x="20070484" y="-19000289"/>
            <a:ext cx="559759" cy="45654684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83678" y="1913533"/>
            <a:ext cx="11907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/>
              <a:t>本游戏总共有</a:t>
            </a:r>
            <a:r>
              <a:rPr lang="en-US" altLang="zh-CN" sz="3600" dirty="0" smtClean="0"/>
              <a:t>3</a:t>
            </a:r>
            <a:r>
              <a:rPr lang="zh-CN" altLang="en-US" sz="3600" dirty="0"/>
              <a:t>种</a:t>
            </a:r>
            <a:r>
              <a:rPr lang="zh-CN" altLang="en-US" sz="3600" dirty="0" smtClean="0"/>
              <a:t>难度</a:t>
            </a:r>
            <a:r>
              <a:rPr lang="en-US" altLang="zh-CN" sz="3600" dirty="0" smtClean="0"/>
              <a:t>[</a:t>
            </a:r>
            <a:r>
              <a:rPr lang="en-US" altLang="zh-CN" sz="3600" dirty="0" smtClean="0">
                <a:solidFill>
                  <a:schemeClr val="accent6">
                    <a:lumMod val="50000"/>
                  </a:schemeClr>
                </a:solidFill>
              </a:rPr>
              <a:t>Easy,</a:t>
            </a:r>
            <a:r>
              <a:rPr lang="en-US" altLang="zh-CN" sz="3600" dirty="0">
                <a:solidFill>
                  <a:srgbClr val="002060"/>
                </a:solidFill>
              </a:rPr>
              <a:t> </a:t>
            </a:r>
            <a:r>
              <a:rPr lang="en-US" altLang="zh-CN" sz="3600" dirty="0" smtClean="0">
                <a:solidFill>
                  <a:srgbClr val="002060"/>
                </a:solidFill>
              </a:rPr>
              <a:t>Normal,</a:t>
            </a:r>
            <a:r>
              <a:rPr lang="en-US" altLang="zh-CN" sz="36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altLang="zh-CN" sz="3600" dirty="0" smtClean="0">
                <a:solidFill>
                  <a:schemeClr val="accent2">
                    <a:lumMod val="50000"/>
                  </a:schemeClr>
                </a:solidFill>
              </a:rPr>
              <a:t>Hard</a:t>
            </a:r>
            <a:r>
              <a:rPr lang="en-US" altLang="zh-CN" sz="3600" dirty="0" smtClean="0"/>
              <a:t>]</a:t>
            </a:r>
            <a:r>
              <a:rPr lang="zh-CN" altLang="en-US" sz="3600" dirty="0" smtClean="0"/>
              <a:t>还有一个</a:t>
            </a:r>
            <a:r>
              <a:rPr lang="en-US" altLang="zh-CN" sz="3600" dirty="0" smtClean="0"/>
              <a:t>[</a:t>
            </a:r>
            <a:r>
              <a:rPr lang="zh-CN" altLang="en-US" sz="3600" dirty="0" smtClean="0">
                <a:solidFill>
                  <a:srgbClr val="7030A0"/>
                </a:solidFill>
              </a:rPr>
              <a:t>挑战关</a:t>
            </a:r>
            <a:r>
              <a:rPr lang="en-US" altLang="zh-CN" sz="3600" dirty="0" smtClean="0"/>
              <a:t>]</a:t>
            </a:r>
            <a:endParaRPr lang="en-US" altLang="zh-CN" sz="3600" dirty="0"/>
          </a:p>
        </p:txBody>
      </p:sp>
      <p:sp>
        <p:nvSpPr>
          <p:cNvPr id="15" name="文本框 14"/>
          <p:cNvSpPr txBox="1"/>
          <p:nvPr/>
        </p:nvSpPr>
        <p:spPr>
          <a:xfrm>
            <a:off x="183678" y="5606828"/>
            <a:ext cx="1190751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其中</a:t>
            </a:r>
            <a:r>
              <a:rPr lang="en-US" altLang="zh-CN" sz="3200" dirty="0" smtClean="0">
                <a:solidFill>
                  <a:schemeClr val="accent2">
                    <a:lumMod val="50000"/>
                  </a:schemeClr>
                </a:solidFill>
              </a:rPr>
              <a:t>Hard</a:t>
            </a:r>
            <a:r>
              <a:rPr lang="zh-CN" altLang="en-US" sz="3200" dirty="0" smtClean="0"/>
              <a:t>还有一个存档点，但是在存档点后的下一个关卡只能玩一遍，大大降低了最后一关的难度，所以可以放心玩。</a:t>
            </a:r>
            <a:endParaRPr lang="en-US" altLang="zh-CN" sz="3200" dirty="0"/>
          </a:p>
        </p:txBody>
      </p:sp>
      <p:sp>
        <p:nvSpPr>
          <p:cNvPr id="16" name="文本框 15"/>
          <p:cNvSpPr txBox="1"/>
          <p:nvPr/>
        </p:nvSpPr>
        <p:spPr>
          <a:xfrm>
            <a:off x="228462" y="2970034"/>
            <a:ext cx="1190751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/>
              <a:t>游戏内关卡分为</a:t>
            </a:r>
            <a:r>
              <a:rPr lang="en-US" altLang="zh-CN" sz="3200" dirty="0" smtClean="0">
                <a:solidFill>
                  <a:srgbClr val="92D050"/>
                </a:solidFill>
              </a:rPr>
              <a:t>0~0.9</a:t>
            </a:r>
            <a:r>
              <a:rPr lang="zh-CN" altLang="en-US" sz="3200" dirty="0" smtClean="0"/>
              <a:t>，</a:t>
            </a:r>
            <a:r>
              <a:rPr lang="en-US" altLang="zh-CN" sz="3200" dirty="0" smtClean="0">
                <a:solidFill>
                  <a:schemeClr val="accent2">
                    <a:lumMod val="75000"/>
                  </a:schemeClr>
                </a:solidFill>
              </a:rPr>
              <a:t>1.0~1.9</a:t>
            </a:r>
            <a:r>
              <a:rPr lang="zh-CN" altLang="en-US" sz="3200" dirty="0" smtClean="0"/>
              <a:t>，</a:t>
            </a:r>
            <a:r>
              <a:rPr lang="en-US" altLang="zh-CN" sz="3200" dirty="0" smtClean="0">
                <a:solidFill>
                  <a:schemeClr val="accent5">
                    <a:lumMod val="75000"/>
                  </a:schemeClr>
                </a:solidFill>
              </a:rPr>
              <a:t>2.0~2.9</a:t>
            </a:r>
            <a:r>
              <a:rPr lang="zh-CN" altLang="en-US" sz="3200" dirty="0" smtClean="0"/>
              <a:t>，</a:t>
            </a:r>
            <a:r>
              <a:rPr lang="en-US" altLang="zh-CN" sz="3200" dirty="0" smtClean="0">
                <a:solidFill>
                  <a:srgbClr val="FF0000"/>
                </a:solidFill>
              </a:rPr>
              <a:t>3.0~3.9</a:t>
            </a:r>
            <a:r>
              <a:rPr lang="zh-CN" altLang="en-US" sz="3200" dirty="0" smtClean="0"/>
              <a:t>的难度系数（我瞎评的）。分别代表：</a:t>
            </a:r>
            <a:r>
              <a:rPr lang="zh-CN" altLang="en-US" sz="3200" dirty="0" smtClean="0">
                <a:solidFill>
                  <a:srgbClr val="92D050"/>
                </a:solidFill>
              </a:rPr>
              <a:t>刚接触电脑</a:t>
            </a:r>
            <a:r>
              <a:rPr lang="zh-CN" altLang="en-US" sz="3200" dirty="0" smtClean="0"/>
              <a:t>，</a:t>
            </a:r>
            <a:r>
              <a:rPr lang="zh-CN" altLang="en-US" sz="3200" dirty="0" smtClean="0">
                <a:solidFill>
                  <a:schemeClr val="accent2">
                    <a:lumMod val="75000"/>
                  </a:schemeClr>
                </a:solidFill>
              </a:rPr>
              <a:t>会使用电脑</a:t>
            </a:r>
            <a:r>
              <a:rPr lang="zh-CN" altLang="en-US" sz="3200" dirty="0" smtClean="0"/>
              <a:t>，</a:t>
            </a:r>
            <a:r>
              <a:rPr lang="zh-CN" altLang="en-US" sz="3200" dirty="0" smtClean="0">
                <a:solidFill>
                  <a:schemeClr val="accent5">
                    <a:lumMod val="75000"/>
                  </a:schemeClr>
                </a:solidFill>
              </a:rPr>
              <a:t>有一定思维和操作</a:t>
            </a:r>
            <a:r>
              <a:rPr lang="zh-CN" altLang="en-US" sz="3200" dirty="0" smtClean="0"/>
              <a:t>，</a:t>
            </a:r>
            <a:r>
              <a:rPr lang="zh-CN" altLang="en-US" sz="3200" dirty="0" smtClean="0">
                <a:solidFill>
                  <a:srgbClr val="FF0000"/>
                </a:solidFill>
              </a:rPr>
              <a:t>鼠标操控能力顶尖</a:t>
            </a:r>
            <a:r>
              <a:rPr lang="zh-CN" altLang="en-US" sz="3200" dirty="0" smtClean="0"/>
              <a:t>。越往后越难（游戏要啸着玩）。</a:t>
            </a:r>
            <a:endParaRPr lang="zh-CN" altLang="en-US" sz="3200" dirty="0"/>
          </a:p>
        </p:txBody>
      </p:sp>
      <p:sp>
        <p:nvSpPr>
          <p:cNvPr id="17" name="文本框 16"/>
          <p:cNvSpPr txBox="1"/>
          <p:nvPr/>
        </p:nvSpPr>
        <p:spPr>
          <a:xfrm>
            <a:off x="658659" y="4949864"/>
            <a:ext cx="11230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/>
              <a:t>感觉游戏难的人可以看看（玩前提示）和（小</a:t>
            </a:r>
            <a:r>
              <a:rPr lang="en-US" altLang="zh-CN" sz="3200" dirty="0" smtClean="0"/>
              <a:t>tips</a:t>
            </a:r>
            <a:r>
              <a:rPr lang="zh-CN" altLang="en-US" sz="3200" dirty="0" smtClean="0"/>
              <a:t>）。</a:t>
            </a:r>
            <a:endParaRPr lang="en-US" altLang="zh-CN" sz="3200" dirty="0"/>
          </a:p>
        </p:txBody>
      </p:sp>
      <p:sp>
        <p:nvSpPr>
          <p:cNvPr id="18" name="文本框 17"/>
          <p:cNvSpPr txBox="1"/>
          <p:nvPr/>
        </p:nvSpPr>
        <p:spPr>
          <a:xfrm>
            <a:off x="183677" y="1140388"/>
            <a:ext cx="1190751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/>
              <a:t>如果发现</a:t>
            </a:r>
            <a:r>
              <a:rPr lang="en-US" altLang="zh-CN" sz="3200" dirty="0" smtClean="0"/>
              <a:t>BUG</a:t>
            </a:r>
            <a:r>
              <a:rPr lang="zh-CN" altLang="en-US" sz="3200" dirty="0" smtClean="0"/>
              <a:t>或者有改进建议可以找我声明，好解决</a:t>
            </a:r>
            <a:r>
              <a:rPr lang="zh-CN" altLang="en-US" sz="3200" dirty="0"/>
              <a:t>的</a:t>
            </a:r>
            <a:r>
              <a:rPr lang="zh-CN" altLang="en-US" sz="3200" dirty="0" smtClean="0"/>
              <a:t>问题将会在下一个版本解决与更新。</a:t>
            </a:r>
            <a:endParaRPr lang="en-US" altLang="zh-CN" sz="3200" dirty="0"/>
          </a:p>
        </p:txBody>
      </p:sp>
      <p:pic>
        <p:nvPicPr>
          <p:cNvPr id="19" name="图片 18">
            <a:hlinkHover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450743" y="-664389"/>
            <a:ext cx="18464221" cy="7556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9843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000"/>
                            </p:stCondLst>
                            <p:childTnLst>
                              <p:par>
                                <p:cTn id="19" presetID="10" presetClass="exit" presetSubtype="0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7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750"/>
                            </p:stCondLst>
                            <p:childTnLst>
                              <p:par>
                                <p:cTn id="27" presetID="10" presetClass="exit" presetSubtype="0" fill="hold" grpId="1" nodeType="after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77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8750"/>
                            </p:stCondLst>
                            <p:childTnLst>
                              <p:par>
                                <p:cTn id="35" presetID="10" presetClass="exit" presetSubtype="0" fill="hold" grpId="1" nodeType="after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225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75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925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grpId="1" nodeType="withEffect">
                                  <p:stCondLst>
                                    <p:cond delay="5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475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grpId="1" nodeType="withEffect">
                                  <p:stCondLst>
                                    <p:cond delay="8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325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3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3725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6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4375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47250"/>
                            </p:stCondLst>
                            <p:childTnLst>
                              <p:par>
                                <p:cTn id="8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5" grpId="0"/>
      <p:bldP spid="5" grpId="1"/>
      <p:bldP spid="8" grpId="0"/>
      <p:bldP spid="8" grpId="1"/>
      <p:bldP spid="11" grpId="0"/>
      <p:bldP spid="11" grpId="1"/>
      <p:bldP spid="12" grpId="0"/>
      <p:bldP spid="12" grpId="1"/>
      <p:bldP spid="14" grpId="0"/>
      <p:bldP spid="14" grpId="1"/>
      <p:bldP spid="15" grpId="0"/>
      <p:bldP spid="15" grpId="1"/>
      <p:bldP spid="16" grpId="0"/>
      <p:bldP spid="16" grpId="1"/>
      <p:bldP spid="17" grpId="0"/>
      <p:bldP spid="17" grpId="1"/>
      <p:bldP spid="18" grpId="0"/>
      <p:bldP spid="18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628783" y="2743829"/>
            <a:ext cx="28793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/>
              <a:t>球会</a:t>
            </a:r>
            <a:r>
              <a:rPr lang="zh-CN" altLang="en-US" sz="2000" dirty="0" smtClean="0"/>
              <a:t>在</a:t>
            </a:r>
            <a:r>
              <a:rPr lang="en-US" altLang="zh-CN" sz="2000" dirty="0" smtClean="0"/>
              <a:t>8</a:t>
            </a:r>
            <a:r>
              <a:rPr lang="zh-CN" altLang="en-US" sz="2000" dirty="0" smtClean="0"/>
              <a:t>秒后移动，不要</a:t>
            </a:r>
            <a:endParaRPr lang="en-US" altLang="zh-CN" sz="2000" dirty="0" smtClean="0"/>
          </a:p>
          <a:p>
            <a:r>
              <a:rPr lang="zh-CN" altLang="en-US" sz="2000" dirty="0" smtClean="0"/>
              <a:t>碰到它。</a:t>
            </a:r>
            <a:endParaRPr lang="zh-CN" altLang="en-US" sz="2000" dirty="0"/>
          </a:p>
        </p:txBody>
      </p:sp>
      <p:sp>
        <p:nvSpPr>
          <p:cNvPr id="3" name="椭圆 2">
            <a:hlinkHover r:id="" action="ppaction://hlinkshowjump?jump=lastslide"/>
          </p:cNvPr>
          <p:cNvSpPr/>
          <p:nvPr/>
        </p:nvSpPr>
        <p:spPr>
          <a:xfrm>
            <a:off x="1203125" y="2950817"/>
            <a:ext cx="356875" cy="335654"/>
          </a:xfrm>
          <a:prstGeom prst="ellipse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794377" y="4376228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/>
              <a:t>豆会</a:t>
            </a:r>
            <a:r>
              <a:rPr lang="zh-CN" altLang="en-US" sz="2000" dirty="0" smtClean="0"/>
              <a:t>重复之前的轨迹，</a:t>
            </a:r>
            <a:endParaRPr lang="en-US" altLang="zh-CN" sz="2000" dirty="0" smtClean="0"/>
          </a:p>
          <a:p>
            <a:r>
              <a:rPr lang="zh-CN" altLang="en-US" sz="2000" dirty="0" smtClean="0"/>
              <a:t>请注意不要被坑到了。</a:t>
            </a:r>
            <a:endParaRPr lang="en-US" altLang="zh-CN" sz="2000" dirty="0" smtClean="0"/>
          </a:p>
        </p:txBody>
      </p:sp>
      <p:sp>
        <p:nvSpPr>
          <p:cNvPr id="5" name="椭圆 4"/>
          <p:cNvSpPr/>
          <p:nvPr/>
        </p:nvSpPr>
        <p:spPr>
          <a:xfrm>
            <a:off x="1136340" y="4546601"/>
            <a:ext cx="509206" cy="314632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664122" y="1332373"/>
            <a:ext cx="28793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它</a:t>
            </a:r>
            <a:r>
              <a:rPr lang="zh-CN" altLang="en-US" sz="2000" dirty="0" smtClean="0"/>
              <a:t>会</a:t>
            </a:r>
            <a:r>
              <a:rPr lang="zh-CN" altLang="en-US" sz="2000" dirty="0" smtClean="0"/>
              <a:t>在</a:t>
            </a:r>
            <a:r>
              <a:rPr lang="en-US" altLang="zh-CN" sz="2000" dirty="0" smtClean="0"/>
              <a:t>2</a:t>
            </a:r>
            <a:r>
              <a:rPr lang="zh-CN" altLang="en-US" sz="2000" dirty="0" smtClean="0"/>
              <a:t>秒后重复出现</a:t>
            </a:r>
            <a:r>
              <a:rPr lang="zh-CN" altLang="en-US" sz="2000" dirty="0" smtClean="0"/>
              <a:t>，</a:t>
            </a:r>
            <a:endParaRPr lang="en-US" altLang="zh-CN" sz="2000" dirty="0" smtClean="0"/>
          </a:p>
          <a:p>
            <a:r>
              <a:rPr lang="zh-CN" altLang="en-US" sz="2000" dirty="0" smtClean="0"/>
              <a:t>要</a:t>
            </a:r>
            <a:r>
              <a:rPr lang="zh-CN" altLang="en-US" sz="2000" dirty="0" smtClean="0"/>
              <a:t>注意出现频率。</a:t>
            </a:r>
            <a:endParaRPr lang="en-US" altLang="zh-CN" sz="2000" dirty="0" smtClean="0"/>
          </a:p>
        </p:txBody>
      </p:sp>
      <p:sp>
        <p:nvSpPr>
          <p:cNvPr id="7" name="矩形 6">
            <a:hlinkHover r:id="" action="ppaction://hlinkshowjump?jump=lastslide"/>
          </p:cNvPr>
          <p:cNvSpPr/>
          <p:nvPr/>
        </p:nvSpPr>
        <p:spPr>
          <a:xfrm>
            <a:off x="6091960" y="1460174"/>
            <a:ext cx="1278764" cy="452284"/>
          </a:xfrm>
          <a:prstGeom prst="rect">
            <a:avLst/>
          </a:prstGeom>
          <a:solidFill>
            <a:srgbClr val="C0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十字形 7"/>
          <p:cNvSpPr/>
          <p:nvPr/>
        </p:nvSpPr>
        <p:spPr>
          <a:xfrm>
            <a:off x="6481254" y="2807702"/>
            <a:ext cx="707491" cy="673281"/>
          </a:xfrm>
          <a:prstGeom prst="plus">
            <a:avLst>
              <a:gd name="adj" fmla="val 40172"/>
            </a:avLst>
          </a:prstGeom>
          <a:solidFill>
            <a:srgbClr val="92D05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290004" y="2944288"/>
            <a:ext cx="35189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/>
              <a:t>它会旋转，要注意旋转快慢哦</a:t>
            </a:r>
            <a:endParaRPr lang="en-US" altLang="zh-CN" sz="2000" dirty="0" smtClean="0"/>
          </a:p>
        </p:txBody>
      </p:sp>
      <p:sp>
        <p:nvSpPr>
          <p:cNvPr id="10" name="等腰三角形 9"/>
          <p:cNvSpPr/>
          <p:nvPr/>
        </p:nvSpPr>
        <p:spPr>
          <a:xfrm>
            <a:off x="1203125" y="1556143"/>
            <a:ext cx="358875" cy="278781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794377" y="1341590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/>
              <a:t>是一个可爱的小刺</a:t>
            </a:r>
            <a:endParaRPr lang="en-US" altLang="zh-CN" sz="2000" dirty="0" smtClean="0"/>
          </a:p>
          <a:p>
            <a:r>
              <a:rPr lang="zh-CN" altLang="en-US" sz="2000" dirty="0" smtClean="0"/>
              <a:t>不要碰到他哦</a:t>
            </a:r>
            <a:endParaRPr lang="en-US" altLang="zh-CN" sz="2000" dirty="0" smtClean="0"/>
          </a:p>
        </p:txBody>
      </p:sp>
      <p:sp>
        <p:nvSpPr>
          <p:cNvPr id="12" name="文本框 11">
            <a:hlinkClick r:id="rId2" action="ppaction://hlinksldjump"/>
          </p:cNvPr>
          <p:cNvSpPr txBox="1"/>
          <p:nvPr/>
        </p:nvSpPr>
        <p:spPr>
          <a:xfrm>
            <a:off x="320289" y="5943969"/>
            <a:ext cx="2031325" cy="646331"/>
          </a:xfrm>
          <a:prstGeom prst="rect">
            <a:avLst/>
          </a:prstGeom>
          <a:ln w="381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rgbClr val="7030A0"/>
                </a:solidFill>
              </a:rPr>
              <a:t>返回界面</a:t>
            </a:r>
            <a:endParaRPr lang="zh-CN" altLang="en-US" sz="3600" dirty="0">
              <a:solidFill>
                <a:srgbClr val="7030A0"/>
              </a:solidFill>
            </a:endParaRPr>
          </a:p>
        </p:txBody>
      </p:sp>
      <p:sp>
        <p:nvSpPr>
          <p:cNvPr id="13" name="文本框 12">
            <a:hlinkClick r:id="" action="ppaction://hlinkshowjump?jump=endshow"/>
          </p:cNvPr>
          <p:cNvSpPr txBox="1"/>
          <p:nvPr/>
        </p:nvSpPr>
        <p:spPr>
          <a:xfrm>
            <a:off x="10207697" y="618394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退出游戏</a:t>
            </a:r>
          </a:p>
        </p:txBody>
      </p:sp>
      <p:sp>
        <p:nvSpPr>
          <p:cNvPr id="14" name="矩形 13"/>
          <p:cNvSpPr/>
          <p:nvPr/>
        </p:nvSpPr>
        <p:spPr>
          <a:xfrm>
            <a:off x="4910517" y="159280"/>
            <a:ext cx="1313180" cy="769441"/>
          </a:xfrm>
          <a:prstGeom prst="rect">
            <a:avLst/>
          </a:prstGeom>
          <a:solidFill>
            <a:srgbClr val="FDFDFD"/>
          </a:solidFill>
          <a:ln>
            <a:solidFill>
              <a:srgbClr val="FFCD05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4400" dirty="0">
                <a:solidFill>
                  <a:schemeClr val="accent4">
                    <a:lumMod val="50000"/>
                  </a:schemeClr>
                </a:solidFill>
              </a:rPr>
              <a:t>图签</a:t>
            </a:r>
            <a:endParaRPr lang="zh-CN" altLang="en-US" sz="44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136340" y="1818643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刺</a:t>
            </a:r>
            <a:endParaRPr lang="en-US" altLang="zh-CN" sz="2400" dirty="0" smtClean="0"/>
          </a:p>
        </p:txBody>
      </p:sp>
      <p:sp>
        <p:nvSpPr>
          <p:cNvPr id="16" name="文本框 15"/>
          <p:cNvSpPr txBox="1"/>
          <p:nvPr/>
        </p:nvSpPr>
        <p:spPr>
          <a:xfrm>
            <a:off x="994158" y="3389282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蓝球</a:t>
            </a:r>
            <a:endParaRPr lang="en-US" altLang="zh-CN" sz="2400" dirty="0" smtClean="0"/>
          </a:p>
        </p:txBody>
      </p:sp>
      <p:sp>
        <p:nvSpPr>
          <p:cNvPr id="17" name="文本框 16"/>
          <p:cNvSpPr txBox="1"/>
          <p:nvPr/>
        </p:nvSpPr>
        <p:spPr>
          <a:xfrm>
            <a:off x="976233" y="4861233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扁豆</a:t>
            </a:r>
            <a:endParaRPr lang="en-US" altLang="zh-CN" sz="2400" dirty="0" smtClean="0"/>
          </a:p>
        </p:txBody>
      </p:sp>
      <p:sp>
        <p:nvSpPr>
          <p:cNvPr id="18" name="文本框 17"/>
          <p:cNvSpPr txBox="1"/>
          <p:nvPr/>
        </p:nvSpPr>
        <p:spPr>
          <a:xfrm>
            <a:off x="6177344" y="1951170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长红块</a:t>
            </a:r>
            <a:endParaRPr lang="en-US" altLang="zh-CN" sz="2400" dirty="0" smtClean="0"/>
          </a:p>
        </p:txBody>
      </p:sp>
      <p:sp>
        <p:nvSpPr>
          <p:cNvPr id="19" name="文本框 18"/>
          <p:cNvSpPr txBox="1"/>
          <p:nvPr/>
        </p:nvSpPr>
        <p:spPr>
          <a:xfrm>
            <a:off x="6290772" y="3536639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十字旋</a:t>
            </a:r>
            <a:endParaRPr lang="en-US" altLang="zh-CN" sz="2400" dirty="0" smtClean="0"/>
          </a:p>
        </p:txBody>
      </p:sp>
      <p:sp>
        <p:nvSpPr>
          <p:cNvPr id="20" name="矩形 19"/>
          <p:cNvSpPr/>
          <p:nvPr/>
        </p:nvSpPr>
        <p:spPr>
          <a:xfrm rot="18811015">
            <a:off x="6525904" y="4451563"/>
            <a:ext cx="533400" cy="539885"/>
          </a:xfrm>
          <a:prstGeom prst="rect">
            <a:avLst/>
          </a:prstGeom>
          <a:noFill/>
          <a:ln w="76200">
            <a:solidFill>
              <a:schemeClr val="accent6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6525904" y="4451562"/>
            <a:ext cx="533400" cy="539885"/>
          </a:xfrm>
          <a:prstGeom prst="rect">
            <a:avLst/>
          </a:prstGeom>
          <a:noFill/>
          <a:ln w="76200">
            <a:solidFill>
              <a:schemeClr val="accent6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文本框 21"/>
          <p:cNvSpPr txBox="1"/>
          <p:nvPr/>
        </p:nvSpPr>
        <p:spPr>
          <a:xfrm>
            <a:off x="6238606" y="5160820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传送门</a:t>
            </a:r>
            <a:endParaRPr lang="en-US" altLang="zh-CN" sz="2400" dirty="0" smtClean="0"/>
          </a:p>
        </p:txBody>
      </p:sp>
      <p:sp>
        <p:nvSpPr>
          <p:cNvPr id="23" name="文本框 22"/>
          <p:cNvSpPr txBox="1"/>
          <p:nvPr/>
        </p:nvSpPr>
        <p:spPr>
          <a:xfrm>
            <a:off x="7285866" y="4376228"/>
            <a:ext cx="24929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/>
              <a:t>一种很神奇的东西，</a:t>
            </a:r>
            <a:endParaRPr lang="en-US" altLang="zh-CN" sz="2000" dirty="0" smtClean="0"/>
          </a:p>
          <a:p>
            <a:r>
              <a:rPr lang="zh-CN" altLang="en-US" sz="2000" dirty="0" smtClean="0"/>
              <a:t>带你穿梭与各个地方</a:t>
            </a:r>
            <a:endParaRPr lang="en-US" altLang="zh-CN" sz="2000" dirty="0" smtClean="0"/>
          </a:p>
        </p:txBody>
      </p:sp>
      <p:sp>
        <p:nvSpPr>
          <p:cNvPr id="24" name="文本框 23"/>
          <p:cNvSpPr txBox="1"/>
          <p:nvPr/>
        </p:nvSpPr>
        <p:spPr>
          <a:xfrm>
            <a:off x="4219374" y="6438512"/>
            <a:ext cx="41427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关注我（金色旷野上的湛蓝）谢谢各位！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932975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7820" y="103239"/>
            <a:ext cx="4485523" cy="954107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600" dirty="0" smtClean="0">
                <a:solidFill>
                  <a:schemeClr val="accent6">
                    <a:lumMod val="50000"/>
                  </a:schemeClr>
                </a:solidFill>
              </a:rPr>
              <a:t>Easy</a:t>
            </a:r>
            <a:r>
              <a:rPr lang="en-US" altLang="zh-CN" sz="3600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zh-CN" altLang="en-US" sz="3600" dirty="0" smtClean="0">
                <a:solidFill>
                  <a:schemeClr val="accent2">
                    <a:lumMod val="75000"/>
                  </a:schemeClr>
                </a:solidFill>
              </a:rPr>
              <a:t>第一关</a:t>
            </a:r>
            <a:endParaRPr lang="en-US" altLang="zh-CN" sz="3600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zh-CN" altLang="en-US" sz="2000" dirty="0" smtClean="0">
                <a:solidFill>
                  <a:schemeClr val="accent2">
                    <a:lumMod val="75000"/>
                  </a:schemeClr>
                </a:solidFill>
              </a:rPr>
              <a:t>难度：这都过不了，</a:t>
            </a:r>
            <a:r>
              <a:rPr lang="en-US" altLang="zh-CN" sz="2000" dirty="0" smtClean="0">
                <a:solidFill>
                  <a:schemeClr val="accent2">
                    <a:lumMod val="75000"/>
                  </a:schemeClr>
                </a:solidFill>
              </a:rPr>
              <a:t>6</a:t>
            </a:r>
            <a:r>
              <a:rPr lang="zh-CN" altLang="en-US" sz="2000" dirty="0" smtClean="0">
                <a:solidFill>
                  <a:schemeClr val="accent2">
                    <a:lumMod val="75000"/>
                  </a:schemeClr>
                </a:solidFill>
              </a:rPr>
              <a:t>岁小孩？（</a:t>
            </a:r>
            <a:r>
              <a:rPr lang="en-US" altLang="zh-CN" sz="2000" dirty="0" smtClean="0">
                <a:solidFill>
                  <a:srgbClr val="92D050"/>
                </a:solidFill>
              </a:rPr>
              <a:t>0.2</a:t>
            </a:r>
            <a:r>
              <a:rPr lang="zh-CN" altLang="en-US" sz="2000" dirty="0" smtClean="0">
                <a:solidFill>
                  <a:schemeClr val="accent2">
                    <a:lumMod val="75000"/>
                  </a:schemeClr>
                </a:solidFill>
              </a:rPr>
              <a:t>）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矩形 2">
            <a:hlinkHover r:id="rId2" action="ppaction://hlinksldjump"/>
          </p:cNvPr>
          <p:cNvSpPr/>
          <p:nvPr/>
        </p:nvSpPr>
        <p:spPr>
          <a:xfrm rot="18811015">
            <a:off x="10795000" y="5143500"/>
            <a:ext cx="533400" cy="539885"/>
          </a:xfrm>
          <a:prstGeom prst="rect">
            <a:avLst/>
          </a:prstGeom>
          <a:noFill/>
          <a:ln w="76200">
            <a:solidFill>
              <a:srgbClr val="92D050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>
            <a:hlinkHover r:id="" action="ppaction://hlinkshowjump?jump=lastslide"/>
          </p:cNvPr>
          <p:cNvSpPr/>
          <p:nvPr/>
        </p:nvSpPr>
        <p:spPr>
          <a:xfrm>
            <a:off x="0" y="2464070"/>
            <a:ext cx="5435600" cy="3429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hlinkHover r:id="" action="ppaction://hlinkshowjump?jump=lastslide"/>
          </p:cNvPr>
          <p:cNvSpPr/>
          <p:nvPr/>
        </p:nvSpPr>
        <p:spPr>
          <a:xfrm rot="16200000">
            <a:off x="3473260" y="2368740"/>
            <a:ext cx="4267717" cy="34303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hlinkHover r:id="" action="ppaction://hlinkshowjump?jump=lastslide"/>
          </p:cNvPr>
          <p:cNvSpPr/>
          <p:nvPr/>
        </p:nvSpPr>
        <p:spPr>
          <a:xfrm rot="16200000">
            <a:off x="-1866766" y="4673735"/>
            <a:ext cx="4051031" cy="3175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hlinkHover r:id="" action="ppaction://hlinkshowjump?jump=lastslide"/>
          </p:cNvPr>
          <p:cNvSpPr/>
          <p:nvPr/>
        </p:nvSpPr>
        <p:spPr>
          <a:xfrm>
            <a:off x="317500" y="6502400"/>
            <a:ext cx="11645900" cy="3556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hlinkHover r:id="" action="ppaction://hlinkshowjump?jump=lastslide"/>
          </p:cNvPr>
          <p:cNvSpPr/>
          <p:nvPr/>
        </p:nvSpPr>
        <p:spPr>
          <a:xfrm rot="16200000">
            <a:off x="5149782" y="3841680"/>
            <a:ext cx="4978400" cy="34303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hlinkHover r:id="" action="ppaction://hlinkshowjump?jump=lastslide"/>
          </p:cNvPr>
          <p:cNvSpPr/>
          <p:nvPr/>
        </p:nvSpPr>
        <p:spPr>
          <a:xfrm>
            <a:off x="5435600" y="103238"/>
            <a:ext cx="6527800" cy="30316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hlinkHover r:id="" action="ppaction://hlinkshowjump?jump=lastslide"/>
          </p:cNvPr>
          <p:cNvSpPr/>
          <p:nvPr/>
        </p:nvSpPr>
        <p:spPr>
          <a:xfrm rot="16200000">
            <a:off x="8750030" y="3289026"/>
            <a:ext cx="6083570" cy="3431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hlinkHover r:id="" action="ppaction://hlinkshowjump?jump=lastslide"/>
          </p:cNvPr>
          <p:cNvSpPr/>
          <p:nvPr/>
        </p:nvSpPr>
        <p:spPr>
          <a:xfrm>
            <a:off x="7810501" y="1524266"/>
            <a:ext cx="2311399" cy="3807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hlinkHover r:id="" action="ppaction://hlinkshowjump?jump=lastslide"/>
          </p:cNvPr>
          <p:cNvSpPr/>
          <p:nvPr/>
        </p:nvSpPr>
        <p:spPr>
          <a:xfrm>
            <a:off x="9308828" y="3847829"/>
            <a:ext cx="2311399" cy="3807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hlinkHover r:id="rId2" action="ppaction://hlinksldjump"/>
          </p:cNvPr>
          <p:cNvSpPr/>
          <p:nvPr/>
        </p:nvSpPr>
        <p:spPr>
          <a:xfrm>
            <a:off x="10795000" y="5143499"/>
            <a:ext cx="533400" cy="539885"/>
          </a:xfrm>
          <a:prstGeom prst="rect">
            <a:avLst/>
          </a:prstGeom>
          <a:noFill/>
          <a:ln w="76200">
            <a:solidFill>
              <a:srgbClr val="92D050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矩形 17">
            <a:hlinkHover r:id="" action="ppaction://hlinkshowjump?jump=lastslide"/>
          </p:cNvPr>
          <p:cNvSpPr/>
          <p:nvPr/>
        </p:nvSpPr>
        <p:spPr>
          <a:xfrm rot="18811015">
            <a:off x="604922" y="1460011"/>
            <a:ext cx="533400" cy="539885"/>
          </a:xfrm>
          <a:prstGeom prst="rect">
            <a:avLst/>
          </a:prstGeom>
          <a:noFill/>
          <a:ln w="76200">
            <a:solidFill>
              <a:srgbClr val="92D050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矩形 18">
            <a:hlinkHover r:id="" action="ppaction://hlinkshowjump?jump=lastslide"/>
          </p:cNvPr>
          <p:cNvSpPr/>
          <p:nvPr/>
        </p:nvSpPr>
        <p:spPr>
          <a:xfrm>
            <a:off x="604922" y="1460010"/>
            <a:ext cx="533400" cy="539885"/>
          </a:xfrm>
          <a:prstGeom prst="rect">
            <a:avLst/>
          </a:prstGeom>
          <a:noFill/>
          <a:ln w="76200">
            <a:solidFill>
              <a:srgbClr val="92D050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1282191" y="1555393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/>
              <a:t>是传送门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775292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7820" y="103239"/>
            <a:ext cx="4485523" cy="954107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600" dirty="0" smtClean="0">
                <a:solidFill>
                  <a:schemeClr val="accent6">
                    <a:lumMod val="50000"/>
                  </a:schemeClr>
                </a:solidFill>
              </a:rPr>
              <a:t>Easy </a:t>
            </a:r>
            <a:r>
              <a:rPr lang="zh-CN" altLang="en-US" sz="3600" dirty="0" smtClean="0">
                <a:solidFill>
                  <a:schemeClr val="accent2">
                    <a:lumMod val="75000"/>
                  </a:schemeClr>
                </a:solidFill>
              </a:rPr>
              <a:t>第二关</a:t>
            </a:r>
            <a:endParaRPr lang="en-US" altLang="zh-CN" sz="3600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zh-CN" altLang="en-US" sz="2000" dirty="0" smtClean="0">
                <a:solidFill>
                  <a:schemeClr val="accent2">
                    <a:lumMod val="75000"/>
                  </a:schemeClr>
                </a:solidFill>
              </a:rPr>
              <a:t>难度：这都过不了，</a:t>
            </a: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</a:rPr>
              <a:t>7</a:t>
            </a:r>
            <a:r>
              <a:rPr lang="zh-CN" altLang="en-US" sz="2000" dirty="0" smtClean="0">
                <a:solidFill>
                  <a:schemeClr val="accent2">
                    <a:lumMod val="75000"/>
                  </a:schemeClr>
                </a:solidFill>
              </a:rPr>
              <a:t>岁小孩？（</a:t>
            </a:r>
            <a:r>
              <a:rPr lang="en-US" altLang="zh-CN" sz="2000" dirty="0" smtClean="0">
                <a:solidFill>
                  <a:srgbClr val="92D050"/>
                </a:solidFill>
              </a:rPr>
              <a:t>0.4</a:t>
            </a:r>
            <a:r>
              <a:rPr lang="zh-CN" altLang="en-US" sz="2000" dirty="0" smtClean="0">
                <a:solidFill>
                  <a:schemeClr val="accent2">
                    <a:lumMod val="75000"/>
                  </a:schemeClr>
                </a:solidFill>
              </a:rPr>
              <a:t>）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矩形 3">
            <a:hlinkHover r:id="" action="ppaction://hlinkshowjump?jump=lastslide"/>
          </p:cNvPr>
          <p:cNvSpPr/>
          <p:nvPr/>
        </p:nvSpPr>
        <p:spPr>
          <a:xfrm rot="16200000">
            <a:off x="5359332" y="4051231"/>
            <a:ext cx="4559299" cy="34303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hlinkHover r:id="" action="ppaction://hlinkshowjump?jump=lastslide"/>
          </p:cNvPr>
          <p:cNvSpPr/>
          <p:nvPr/>
        </p:nvSpPr>
        <p:spPr>
          <a:xfrm rot="16200000">
            <a:off x="8750030" y="3289026"/>
            <a:ext cx="6083570" cy="3431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hlinkHover r:id="" action="ppaction://hlinkshowjump?jump=lastslide"/>
          </p:cNvPr>
          <p:cNvSpPr/>
          <p:nvPr/>
        </p:nvSpPr>
        <p:spPr>
          <a:xfrm>
            <a:off x="7810501" y="2844527"/>
            <a:ext cx="2311399" cy="3807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hlinkHover r:id="" action="ppaction://hlinkshowjump?jump=lastslide"/>
          </p:cNvPr>
          <p:cNvSpPr/>
          <p:nvPr/>
        </p:nvSpPr>
        <p:spPr>
          <a:xfrm>
            <a:off x="9308828" y="4190729"/>
            <a:ext cx="2311399" cy="3807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hlinkHover r:id="" action="ppaction://hlinkshowjump?jump=lastslide"/>
          </p:cNvPr>
          <p:cNvSpPr/>
          <p:nvPr/>
        </p:nvSpPr>
        <p:spPr>
          <a:xfrm>
            <a:off x="317500" y="6502400"/>
            <a:ext cx="11645900" cy="3556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hlinkHover r:id="" action="ppaction://hlinkshowjump?jump=lastslide"/>
          </p:cNvPr>
          <p:cNvSpPr/>
          <p:nvPr/>
        </p:nvSpPr>
        <p:spPr>
          <a:xfrm rot="19934806">
            <a:off x="8895472" y="1039759"/>
            <a:ext cx="3005679" cy="48852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hlinkHover r:id="" action="ppaction://hlinkshowjump?jump=lastslide"/>
          </p:cNvPr>
          <p:cNvSpPr/>
          <p:nvPr/>
        </p:nvSpPr>
        <p:spPr>
          <a:xfrm rot="21172960">
            <a:off x="160057" y="920663"/>
            <a:ext cx="11834324" cy="3704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hlinkHover r:id="" action="ppaction://hlinkshowjump?jump=lastslide"/>
          </p:cNvPr>
          <p:cNvSpPr/>
          <p:nvPr/>
        </p:nvSpPr>
        <p:spPr>
          <a:xfrm rot="16200000">
            <a:off x="3884173" y="3172433"/>
            <a:ext cx="4386093" cy="34290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hlinkHover r:id="" action="ppaction://hlinkshowjump?jump=lastslide"/>
          </p:cNvPr>
          <p:cNvSpPr/>
          <p:nvPr/>
        </p:nvSpPr>
        <p:spPr>
          <a:xfrm rot="16200000">
            <a:off x="2208464" y="4400010"/>
            <a:ext cx="4386093" cy="34290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hlinkHover r:id="" action="ppaction://hlinkshowjump?jump=lastslide"/>
          </p:cNvPr>
          <p:cNvSpPr/>
          <p:nvPr/>
        </p:nvSpPr>
        <p:spPr>
          <a:xfrm rot="16200000">
            <a:off x="272529" y="3477233"/>
            <a:ext cx="4386093" cy="34290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hlinkHover r:id="" action="ppaction://hlinkshowjump?jump=lastslide"/>
          </p:cNvPr>
          <p:cNvSpPr/>
          <p:nvPr/>
        </p:nvSpPr>
        <p:spPr>
          <a:xfrm rot="16200000">
            <a:off x="-2229451" y="4114726"/>
            <a:ext cx="5025283" cy="2742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hlinkHover r:id="rId2" action="ppaction://hlinksldjump"/>
          </p:cNvPr>
          <p:cNvSpPr/>
          <p:nvPr/>
        </p:nvSpPr>
        <p:spPr>
          <a:xfrm rot="18811015">
            <a:off x="1029210" y="2304643"/>
            <a:ext cx="533400" cy="539885"/>
          </a:xfrm>
          <a:prstGeom prst="rect">
            <a:avLst/>
          </a:prstGeom>
          <a:noFill/>
          <a:ln w="76200">
            <a:solidFill>
              <a:srgbClr val="92D050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矩形 16">
            <a:hlinkHover r:id="rId2" action="ppaction://hlinksldjump"/>
          </p:cNvPr>
          <p:cNvSpPr/>
          <p:nvPr/>
        </p:nvSpPr>
        <p:spPr>
          <a:xfrm>
            <a:off x="1029210" y="2304642"/>
            <a:ext cx="533400" cy="539885"/>
          </a:xfrm>
          <a:prstGeom prst="rect">
            <a:avLst/>
          </a:prstGeom>
          <a:noFill/>
          <a:ln w="76200">
            <a:solidFill>
              <a:srgbClr val="92D050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43669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7820" y="87150"/>
            <a:ext cx="4485523" cy="954107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600" dirty="0" smtClean="0">
                <a:solidFill>
                  <a:schemeClr val="accent6">
                    <a:lumMod val="50000"/>
                  </a:schemeClr>
                </a:solidFill>
              </a:rPr>
              <a:t>Easy</a:t>
            </a:r>
            <a:r>
              <a:rPr lang="en-US" altLang="zh-CN" sz="3600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zh-CN" altLang="en-US" sz="3600" dirty="0" smtClean="0">
                <a:solidFill>
                  <a:schemeClr val="accent2">
                    <a:lumMod val="75000"/>
                  </a:schemeClr>
                </a:solidFill>
              </a:rPr>
              <a:t>第三关</a:t>
            </a:r>
            <a:endParaRPr lang="en-US" altLang="zh-CN" sz="3600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zh-CN" altLang="en-US" sz="2000" dirty="0" smtClean="0">
                <a:solidFill>
                  <a:schemeClr val="accent2">
                    <a:lumMod val="75000"/>
                  </a:schemeClr>
                </a:solidFill>
              </a:rPr>
              <a:t>难度：这都过不了，</a:t>
            </a:r>
            <a:r>
              <a:rPr lang="en-US" altLang="zh-CN" sz="2000" dirty="0" smtClean="0">
                <a:solidFill>
                  <a:schemeClr val="accent2">
                    <a:lumMod val="75000"/>
                  </a:schemeClr>
                </a:solidFill>
              </a:rPr>
              <a:t>8</a:t>
            </a:r>
            <a:r>
              <a:rPr lang="zh-CN" altLang="en-US" sz="2000" dirty="0" smtClean="0">
                <a:solidFill>
                  <a:schemeClr val="accent2">
                    <a:lumMod val="75000"/>
                  </a:schemeClr>
                </a:solidFill>
              </a:rPr>
              <a:t>岁小孩？（</a:t>
            </a:r>
            <a:r>
              <a:rPr lang="en-US" altLang="zh-CN" sz="2000" dirty="0" smtClean="0">
                <a:solidFill>
                  <a:srgbClr val="92D050"/>
                </a:solidFill>
              </a:rPr>
              <a:t>0.7</a:t>
            </a:r>
            <a:r>
              <a:rPr lang="zh-CN" altLang="en-US" sz="2000" dirty="0" smtClean="0">
                <a:solidFill>
                  <a:schemeClr val="accent2">
                    <a:lumMod val="75000"/>
                  </a:schemeClr>
                </a:solidFill>
              </a:rPr>
              <a:t>）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矩形 2">
            <a:hlinkHover r:id="" action="ppaction://hlinkshowjump?jump=lastslide"/>
          </p:cNvPr>
          <p:cNvSpPr/>
          <p:nvPr/>
        </p:nvSpPr>
        <p:spPr>
          <a:xfrm rot="16200000">
            <a:off x="6152724" y="-620097"/>
            <a:ext cx="285294" cy="800248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hlinkHover r:id="" action="ppaction://hlinkshowjump?jump=lastslide"/>
          </p:cNvPr>
          <p:cNvSpPr/>
          <p:nvPr/>
        </p:nvSpPr>
        <p:spPr>
          <a:xfrm rot="16200000">
            <a:off x="-2352811" y="3954497"/>
            <a:ext cx="5308872" cy="31115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hlinkHover r:id="" action="ppaction://hlinkshowjump?jump=lastslide"/>
          </p:cNvPr>
          <p:cNvSpPr/>
          <p:nvPr/>
        </p:nvSpPr>
        <p:spPr>
          <a:xfrm>
            <a:off x="317500" y="6502400"/>
            <a:ext cx="11645900" cy="3556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hlinkHover r:id="" action="ppaction://hlinkshowjump?jump=lastslide"/>
          </p:cNvPr>
          <p:cNvSpPr/>
          <p:nvPr/>
        </p:nvSpPr>
        <p:spPr>
          <a:xfrm>
            <a:off x="160057" y="1195200"/>
            <a:ext cx="2476970" cy="26043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hlinkHover r:id="" action="ppaction://hlinkshowjump?jump=lastslide"/>
          </p:cNvPr>
          <p:cNvSpPr/>
          <p:nvPr/>
        </p:nvSpPr>
        <p:spPr>
          <a:xfrm rot="16200000">
            <a:off x="328769" y="3420994"/>
            <a:ext cx="4273618" cy="34289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hlinkHover r:id="" action="ppaction://hlinkshowjump?jump=lastslide"/>
          </p:cNvPr>
          <p:cNvSpPr/>
          <p:nvPr/>
        </p:nvSpPr>
        <p:spPr>
          <a:xfrm rot="16200000">
            <a:off x="2566022" y="5347698"/>
            <a:ext cx="2421108" cy="24389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hlinkHover r:id="" action="ppaction://hlinkshowjump?jump=lastslide"/>
          </p:cNvPr>
          <p:cNvSpPr/>
          <p:nvPr/>
        </p:nvSpPr>
        <p:spPr>
          <a:xfrm rot="16200000">
            <a:off x="3656716" y="4568404"/>
            <a:ext cx="2421108" cy="24389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hlinkHover r:id="" action="ppaction://hlinkshowjump?jump=lastslide"/>
          </p:cNvPr>
          <p:cNvSpPr/>
          <p:nvPr/>
        </p:nvSpPr>
        <p:spPr>
          <a:xfrm rot="16200000">
            <a:off x="4929896" y="5258798"/>
            <a:ext cx="2421108" cy="24389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hlinkHover r:id="" action="ppaction://hlinkshowjump?jump=lastslide"/>
          </p:cNvPr>
          <p:cNvSpPr/>
          <p:nvPr/>
        </p:nvSpPr>
        <p:spPr>
          <a:xfrm rot="16200000">
            <a:off x="6177300" y="4504905"/>
            <a:ext cx="2421108" cy="24389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hlinkHover r:id="" action="ppaction://hlinkshowjump?jump=lastslide"/>
          </p:cNvPr>
          <p:cNvSpPr/>
          <p:nvPr/>
        </p:nvSpPr>
        <p:spPr>
          <a:xfrm rot="16200000">
            <a:off x="7475503" y="5258797"/>
            <a:ext cx="2421108" cy="24389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hlinkHover r:id="" action="ppaction://hlinkshowjump?jump=lastslide"/>
          </p:cNvPr>
          <p:cNvSpPr/>
          <p:nvPr/>
        </p:nvSpPr>
        <p:spPr>
          <a:xfrm rot="16200000">
            <a:off x="8960743" y="4568403"/>
            <a:ext cx="2421108" cy="24389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hlinkHover r:id="" action="ppaction://hlinkshowjump?jump=lastslide"/>
          </p:cNvPr>
          <p:cNvSpPr/>
          <p:nvPr/>
        </p:nvSpPr>
        <p:spPr>
          <a:xfrm rot="16200000">
            <a:off x="8553554" y="3292574"/>
            <a:ext cx="6245429" cy="26988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hlinkHover r:id="" action="ppaction://hlinkshowjump?jump=lastslide"/>
          </p:cNvPr>
          <p:cNvSpPr/>
          <p:nvPr/>
        </p:nvSpPr>
        <p:spPr>
          <a:xfrm rot="15629593">
            <a:off x="6931807" y="-3758026"/>
            <a:ext cx="314739" cy="942783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等腰三角形 18">
            <a:hlinkHover r:id="" action="ppaction://hlinkshowjump?jump=lastslide"/>
          </p:cNvPr>
          <p:cNvSpPr/>
          <p:nvPr/>
        </p:nvSpPr>
        <p:spPr>
          <a:xfrm>
            <a:off x="9876214" y="2392191"/>
            <a:ext cx="420398" cy="846307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等腰三角形 19">
            <a:hlinkHover r:id="" action="ppaction://hlinkshowjump?jump=lastslide"/>
          </p:cNvPr>
          <p:cNvSpPr/>
          <p:nvPr/>
        </p:nvSpPr>
        <p:spPr>
          <a:xfrm>
            <a:off x="8299354" y="2392190"/>
            <a:ext cx="420398" cy="846307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等腰三角形 20">
            <a:hlinkHover r:id="" action="ppaction://hlinkshowjump?jump=lastslide"/>
          </p:cNvPr>
          <p:cNvSpPr/>
          <p:nvPr/>
        </p:nvSpPr>
        <p:spPr>
          <a:xfrm>
            <a:off x="6708693" y="2404623"/>
            <a:ext cx="420398" cy="846307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等腰三角形 21">
            <a:hlinkHover r:id="" action="ppaction://hlinkshowjump?jump=lastslide"/>
          </p:cNvPr>
          <p:cNvSpPr/>
          <p:nvPr/>
        </p:nvSpPr>
        <p:spPr>
          <a:xfrm>
            <a:off x="5328231" y="2404623"/>
            <a:ext cx="420398" cy="846307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等腰三角形 22">
            <a:hlinkHover r:id="" action="ppaction://hlinkshowjump?jump=lastslide"/>
          </p:cNvPr>
          <p:cNvSpPr/>
          <p:nvPr/>
        </p:nvSpPr>
        <p:spPr>
          <a:xfrm>
            <a:off x="4083516" y="2409965"/>
            <a:ext cx="420398" cy="846307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等腰三角形 23">
            <a:hlinkHover r:id="" action="ppaction://hlinkshowjump?jump=lastslide"/>
          </p:cNvPr>
          <p:cNvSpPr/>
          <p:nvPr/>
        </p:nvSpPr>
        <p:spPr>
          <a:xfrm rot="10135080">
            <a:off x="7532834" y="1027900"/>
            <a:ext cx="453684" cy="870435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等腰三角形 24">
            <a:hlinkHover r:id="" action="ppaction://hlinkshowjump?jump=lastslide"/>
          </p:cNvPr>
          <p:cNvSpPr/>
          <p:nvPr/>
        </p:nvSpPr>
        <p:spPr>
          <a:xfrm rot="10135080">
            <a:off x="5885410" y="1276786"/>
            <a:ext cx="469120" cy="1034729"/>
          </a:xfrm>
          <a:prstGeom prst="triangle">
            <a:avLst>
              <a:gd name="adj" fmla="val 64738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等腰三角形 25">
            <a:hlinkHover r:id="" action="ppaction://hlinkshowjump?jump=lastslide"/>
          </p:cNvPr>
          <p:cNvSpPr/>
          <p:nvPr/>
        </p:nvSpPr>
        <p:spPr>
          <a:xfrm rot="10135080">
            <a:off x="9127375" y="723686"/>
            <a:ext cx="366560" cy="635141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等腰三角形 26">
            <a:hlinkHover r:id="" action="ppaction://hlinkshowjump?jump=lastslide"/>
          </p:cNvPr>
          <p:cNvSpPr/>
          <p:nvPr/>
        </p:nvSpPr>
        <p:spPr>
          <a:xfrm rot="10135080">
            <a:off x="4617869" y="1486642"/>
            <a:ext cx="356373" cy="698493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hlinkHover r:id="rId2" action="ppaction://hlinksldjump"/>
          </p:cNvPr>
          <p:cNvSpPr/>
          <p:nvPr/>
        </p:nvSpPr>
        <p:spPr>
          <a:xfrm rot="18811015">
            <a:off x="3110302" y="2256784"/>
            <a:ext cx="533400" cy="539885"/>
          </a:xfrm>
          <a:prstGeom prst="rect">
            <a:avLst/>
          </a:prstGeom>
          <a:noFill/>
          <a:ln w="76200">
            <a:solidFill>
              <a:srgbClr val="92D050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" name="矩形 28">
            <a:hlinkHover r:id="rId2" action="ppaction://hlinksldjump"/>
          </p:cNvPr>
          <p:cNvSpPr/>
          <p:nvPr/>
        </p:nvSpPr>
        <p:spPr>
          <a:xfrm>
            <a:off x="3110302" y="2256783"/>
            <a:ext cx="533400" cy="539885"/>
          </a:xfrm>
          <a:prstGeom prst="rect">
            <a:avLst/>
          </a:prstGeom>
          <a:noFill/>
          <a:ln w="76200">
            <a:solidFill>
              <a:srgbClr val="92D050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1954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939572" y="721220"/>
            <a:ext cx="5724644" cy="1754326"/>
          </a:xfrm>
          <a:prstGeom prst="rect">
            <a:avLst/>
          </a:prstGeom>
          <a:ln w="38100">
            <a:solidFill>
              <a:srgbClr val="70AD47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chemeClr val="accent2">
                    <a:lumMod val="75000"/>
                  </a:schemeClr>
                </a:solidFill>
              </a:rPr>
              <a:t>恭喜通关</a:t>
            </a:r>
            <a:r>
              <a:rPr lang="en-US" altLang="zh-CN" sz="3600" dirty="0" smtClean="0">
                <a:solidFill>
                  <a:schemeClr val="accent6">
                    <a:lumMod val="50000"/>
                  </a:schemeClr>
                </a:solidFill>
              </a:rPr>
              <a:t>Easy</a:t>
            </a:r>
            <a:r>
              <a:rPr lang="zh-CN" altLang="en-US" sz="3600" dirty="0" smtClean="0">
                <a:solidFill>
                  <a:schemeClr val="accent2">
                    <a:lumMod val="75000"/>
                  </a:schemeClr>
                </a:solidFill>
              </a:rPr>
              <a:t>难度！</a:t>
            </a:r>
            <a:endParaRPr lang="en-US" altLang="zh-CN" sz="3600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zh-CN" altLang="en-US" sz="3600" dirty="0" smtClean="0">
                <a:solidFill>
                  <a:schemeClr val="accent2">
                    <a:lumMod val="75000"/>
                  </a:schemeClr>
                </a:solidFill>
              </a:rPr>
              <a:t>返回界面尝试新的难度吧！</a:t>
            </a:r>
            <a:endParaRPr lang="en-US" altLang="zh-CN" sz="3600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zh-CN" altLang="en-US" sz="3600" dirty="0">
                <a:solidFill>
                  <a:schemeClr val="accent2">
                    <a:lumMod val="75000"/>
                  </a:schemeClr>
                </a:solidFill>
              </a:rPr>
              <a:t>感谢您的</a:t>
            </a:r>
            <a:r>
              <a:rPr lang="zh-CN" altLang="en-US" sz="3600" dirty="0" smtClean="0">
                <a:solidFill>
                  <a:schemeClr val="accent2">
                    <a:lumMod val="75000"/>
                  </a:schemeClr>
                </a:solidFill>
              </a:rPr>
              <a:t>游玩！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文本框 2">
            <a:hlinkClick r:id="rId2" action="ppaction://hlinksldjump"/>
          </p:cNvPr>
          <p:cNvSpPr txBox="1"/>
          <p:nvPr/>
        </p:nvSpPr>
        <p:spPr>
          <a:xfrm>
            <a:off x="6519196" y="4160443"/>
            <a:ext cx="2031325" cy="646331"/>
          </a:xfrm>
          <a:prstGeom prst="rect">
            <a:avLst/>
          </a:prstGeom>
          <a:ln w="381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rgbClr val="7030A0"/>
                </a:solidFill>
              </a:rPr>
              <a:t>返回界面</a:t>
            </a:r>
            <a:endParaRPr lang="zh-CN" altLang="en-US" sz="3600" dirty="0">
              <a:solidFill>
                <a:srgbClr val="7030A0"/>
              </a:solidFill>
            </a:endParaRPr>
          </a:p>
        </p:txBody>
      </p:sp>
      <p:sp>
        <p:nvSpPr>
          <p:cNvPr id="4" name="文本框 3">
            <a:hlinkClick r:id="" action="ppaction://hlinkshowjump?jump=endshow"/>
          </p:cNvPr>
          <p:cNvSpPr txBox="1"/>
          <p:nvPr/>
        </p:nvSpPr>
        <p:spPr>
          <a:xfrm>
            <a:off x="10219534" y="6253999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退出游戏</a:t>
            </a:r>
          </a:p>
        </p:txBody>
      </p:sp>
      <p:sp>
        <p:nvSpPr>
          <p:cNvPr id="6" name="文本框 5">
            <a:hlinkClick r:id="rId3" action="ppaction://hlinksldjump"/>
          </p:cNvPr>
          <p:cNvSpPr txBox="1"/>
          <p:nvPr/>
        </p:nvSpPr>
        <p:spPr>
          <a:xfrm>
            <a:off x="3380557" y="3368746"/>
            <a:ext cx="1215103" cy="1200329"/>
          </a:xfrm>
          <a:prstGeom prst="rect">
            <a:avLst/>
          </a:prstGeom>
          <a:ln w="38100">
            <a:solidFill>
              <a:srgbClr val="70AD47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rgbClr val="00B050"/>
                </a:solidFill>
              </a:rPr>
              <a:t>再玩一遍</a:t>
            </a:r>
            <a:endParaRPr lang="zh-CN" altLang="en-US" sz="3600" dirty="0">
              <a:solidFill>
                <a:srgbClr val="00B050"/>
              </a:solidFill>
            </a:endParaRPr>
          </a:p>
        </p:txBody>
      </p:sp>
      <p:sp>
        <p:nvSpPr>
          <p:cNvPr id="8" name="文本框 7">
            <a:hlinkClick r:id="rId4" action="ppaction://hlinksldjump"/>
          </p:cNvPr>
          <p:cNvSpPr txBox="1"/>
          <p:nvPr/>
        </p:nvSpPr>
        <p:spPr>
          <a:xfrm>
            <a:off x="5516781" y="2734605"/>
            <a:ext cx="1215103" cy="1200329"/>
          </a:xfrm>
          <a:prstGeom prst="rect">
            <a:avLst/>
          </a:prstGeom>
          <a:ln w="38100">
            <a:solidFill>
              <a:srgbClr val="5B9BD5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rgbClr val="ED7D31"/>
                </a:solidFill>
              </a:rPr>
              <a:t>接着</a:t>
            </a:r>
            <a:r>
              <a:rPr lang="zh-CN" altLang="en-US" sz="3600" dirty="0">
                <a:solidFill>
                  <a:srgbClr val="ED7D31"/>
                </a:solidFill>
              </a:rPr>
              <a:t>闯关</a:t>
            </a:r>
            <a:r>
              <a:rPr lang="zh-CN" altLang="en-US" sz="3600" dirty="0" smtClean="0">
                <a:solidFill>
                  <a:srgbClr val="ED7D31"/>
                </a:solidFill>
              </a:rPr>
              <a:t>！</a:t>
            </a:r>
            <a:endParaRPr lang="zh-CN" altLang="en-US" sz="36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4136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hlinkHover r:id="" action="ppaction://hlinkshowjump?jump=lastslide"/>
          </p:cNvPr>
          <p:cNvSpPr/>
          <p:nvPr/>
        </p:nvSpPr>
        <p:spPr>
          <a:xfrm>
            <a:off x="1" y="1789738"/>
            <a:ext cx="7527412" cy="118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872" y="162420"/>
            <a:ext cx="3071675" cy="954107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600" dirty="0" smtClean="0">
                <a:solidFill>
                  <a:srgbClr val="002060"/>
                </a:solidFill>
              </a:rPr>
              <a:t>Normal</a:t>
            </a:r>
            <a:r>
              <a:rPr lang="en-US" altLang="zh-CN" sz="3600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zh-CN" altLang="en-US" sz="3600" dirty="0" smtClean="0">
                <a:solidFill>
                  <a:schemeClr val="accent2">
                    <a:lumMod val="75000"/>
                  </a:schemeClr>
                </a:solidFill>
              </a:rPr>
              <a:t>第一关</a:t>
            </a:r>
            <a:endParaRPr lang="en-US" altLang="zh-CN" sz="3600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zh-CN" altLang="en-US" sz="2000" dirty="0" smtClean="0">
                <a:solidFill>
                  <a:schemeClr val="accent2">
                    <a:lumMod val="75000"/>
                  </a:schemeClr>
                </a:solidFill>
              </a:rPr>
              <a:t>难度：</a:t>
            </a:r>
            <a:r>
              <a:rPr lang="en-US" altLang="zh-CN" sz="2000" dirty="0" smtClean="0">
                <a:solidFill>
                  <a:schemeClr val="accent2">
                    <a:lumMod val="75000"/>
                  </a:schemeClr>
                </a:solidFill>
              </a:rPr>
              <a:t>1.0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矩形 4">
            <a:hlinkHover r:id="" action="ppaction://hlinkshowjump?jump=lastslide"/>
          </p:cNvPr>
          <p:cNvSpPr/>
          <p:nvPr/>
        </p:nvSpPr>
        <p:spPr>
          <a:xfrm>
            <a:off x="1219201" y="4463847"/>
            <a:ext cx="6415956" cy="3807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hlinkHover r:id="" action="ppaction://hlinkshowjump?jump=lastslide"/>
          </p:cNvPr>
          <p:cNvSpPr/>
          <p:nvPr/>
        </p:nvSpPr>
        <p:spPr>
          <a:xfrm rot="16200000">
            <a:off x="6880887" y="3033030"/>
            <a:ext cx="3054844" cy="2204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hlinkHover r:id="" action="ppaction://hlinkshowjump?jump=lastslide"/>
          </p:cNvPr>
          <p:cNvSpPr/>
          <p:nvPr/>
        </p:nvSpPr>
        <p:spPr>
          <a:xfrm rot="5400000">
            <a:off x="-2335558" y="4243656"/>
            <a:ext cx="4949902" cy="2787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>
            <a:hlinkHover r:id="" action="ppaction://hlinkshowjump?jump=lastslide"/>
          </p:cNvPr>
          <p:cNvSpPr/>
          <p:nvPr/>
        </p:nvSpPr>
        <p:spPr>
          <a:xfrm>
            <a:off x="1682653" y="3693029"/>
            <a:ext cx="420398" cy="846307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>
            <a:hlinkHover r:id="" action="ppaction://hlinkshowjump?jump=lastslide"/>
          </p:cNvPr>
          <p:cNvSpPr/>
          <p:nvPr/>
        </p:nvSpPr>
        <p:spPr>
          <a:xfrm rot="10800000">
            <a:off x="1645262" y="1876080"/>
            <a:ext cx="420398" cy="846307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hlinkHover r:id="" action="ppaction://hlinkshowjump?jump=lastslide"/>
          </p:cNvPr>
          <p:cNvSpPr/>
          <p:nvPr/>
        </p:nvSpPr>
        <p:spPr>
          <a:xfrm>
            <a:off x="344128" y="6477267"/>
            <a:ext cx="11847871" cy="3807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hlinkHover r:id="" action="ppaction://hlinkshowjump?jump=lastslide"/>
          </p:cNvPr>
          <p:cNvSpPr/>
          <p:nvPr/>
        </p:nvSpPr>
        <p:spPr>
          <a:xfrm rot="16200000">
            <a:off x="8487723" y="5821226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hlinkHover r:id="" action="ppaction://hlinkshowjump?jump=lastslide"/>
          </p:cNvPr>
          <p:cNvSpPr/>
          <p:nvPr/>
        </p:nvSpPr>
        <p:spPr>
          <a:xfrm rot="16200000">
            <a:off x="7885749" y="4290309"/>
            <a:ext cx="393885" cy="7409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hlinkHover r:id="" action="ppaction://hlinkshowjump?jump=lastslide"/>
          </p:cNvPr>
          <p:cNvSpPr/>
          <p:nvPr/>
        </p:nvSpPr>
        <p:spPr>
          <a:xfrm rot="16200000">
            <a:off x="8551404" y="4200840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hlinkHover r:id="" action="ppaction://hlinkshowjump?jump=lastslide"/>
          </p:cNvPr>
          <p:cNvSpPr/>
          <p:nvPr/>
        </p:nvSpPr>
        <p:spPr>
          <a:xfrm rot="16200000">
            <a:off x="9282001" y="4193114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hlinkHover r:id="" action="ppaction://hlinkshowjump?jump=lastslide"/>
          </p:cNvPr>
          <p:cNvSpPr/>
          <p:nvPr/>
        </p:nvSpPr>
        <p:spPr>
          <a:xfrm rot="16200000">
            <a:off x="10036047" y="4193113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hlinkHover r:id="" action="ppaction://hlinkshowjump?jump=lastslide"/>
          </p:cNvPr>
          <p:cNvSpPr/>
          <p:nvPr/>
        </p:nvSpPr>
        <p:spPr>
          <a:xfrm rot="16200000">
            <a:off x="10036048" y="4950581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hlinkHover r:id="" action="ppaction://hlinkshowjump?jump=lastslide"/>
          </p:cNvPr>
          <p:cNvSpPr/>
          <p:nvPr/>
        </p:nvSpPr>
        <p:spPr>
          <a:xfrm rot="16200000">
            <a:off x="11480401" y="5735334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>
            <a:hlinkHover r:id="" action="ppaction://hlinkshowjump?jump=lastslide"/>
          </p:cNvPr>
          <p:cNvSpPr/>
          <p:nvPr/>
        </p:nvSpPr>
        <p:spPr>
          <a:xfrm rot="16200000">
            <a:off x="11480401" y="4921369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>
            <a:hlinkHover r:id="" action="ppaction://hlinkshowjump?jump=lastslide"/>
          </p:cNvPr>
          <p:cNvSpPr/>
          <p:nvPr/>
        </p:nvSpPr>
        <p:spPr>
          <a:xfrm rot="16200000">
            <a:off x="11480401" y="4142835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>
            <a:hlinkHover r:id="" action="ppaction://hlinkshowjump?jump=lastslide"/>
          </p:cNvPr>
          <p:cNvSpPr/>
          <p:nvPr/>
        </p:nvSpPr>
        <p:spPr>
          <a:xfrm rot="16200000">
            <a:off x="11480401" y="3365516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>
            <a:hlinkHover r:id="" action="ppaction://hlinkshowjump?jump=lastslide"/>
          </p:cNvPr>
          <p:cNvSpPr/>
          <p:nvPr/>
        </p:nvSpPr>
        <p:spPr>
          <a:xfrm rot="16200000">
            <a:off x="11513837" y="2609511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>
            <a:hlinkHover r:id="" action="ppaction://hlinkshowjump?jump=lastslide"/>
          </p:cNvPr>
          <p:cNvSpPr/>
          <p:nvPr/>
        </p:nvSpPr>
        <p:spPr>
          <a:xfrm rot="16200000">
            <a:off x="10774377" y="2604197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>
            <a:hlinkHover r:id="" action="ppaction://hlinkshowjump?jump=lastslide"/>
          </p:cNvPr>
          <p:cNvSpPr/>
          <p:nvPr/>
        </p:nvSpPr>
        <p:spPr>
          <a:xfrm rot="16200000">
            <a:off x="10066152" y="2624536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>
            <a:hlinkHover r:id="" action="ppaction://hlinkshowjump?jump=lastslide"/>
          </p:cNvPr>
          <p:cNvSpPr/>
          <p:nvPr/>
        </p:nvSpPr>
        <p:spPr>
          <a:xfrm rot="16200000">
            <a:off x="9342310" y="2621746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>
            <a:hlinkHover r:id="" action="ppaction://hlinkshowjump?jump=lastslide"/>
          </p:cNvPr>
          <p:cNvSpPr/>
          <p:nvPr/>
        </p:nvSpPr>
        <p:spPr>
          <a:xfrm rot="16200000">
            <a:off x="7810730" y="1111571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>
            <a:hlinkHover r:id="" action="ppaction://hlinkshowjump?jump=lastslide"/>
          </p:cNvPr>
          <p:cNvSpPr/>
          <p:nvPr/>
        </p:nvSpPr>
        <p:spPr>
          <a:xfrm rot="16200000">
            <a:off x="8565892" y="1117698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>
            <a:hlinkHover r:id="" action="ppaction://hlinkshowjump?jump=lastslide"/>
          </p:cNvPr>
          <p:cNvSpPr/>
          <p:nvPr/>
        </p:nvSpPr>
        <p:spPr>
          <a:xfrm rot="16200000">
            <a:off x="10789995" y="1144031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>
            <a:hlinkHover r:id="" action="ppaction://hlinkshowjump?jump=lastslide"/>
          </p:cNvPr>
          <p:cNvSpPr/>
          <p:nvPr/>
        </p:nvSpPr>
        <p:spPr>
          <a:xfrm rot="16200000">
            <a:off x="10066153" y="1141241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>
            <a:hlinkHover r:id="" action="ppaction://hlinkshowjump?jump=lastslide"/>
          </p:cNvPr>
          <p:cNvSpPr/>
          <p:nvPr/>
        </p:nvSpPr>
        <p:spPr>
          <a:xfrm rot="16200000">
            <a:off x="9311079" y="1141240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hlinkHover r:id="" action="ppaction://hlinkshowjump?jump=lastslide"/>
          </p:cNvPr>
          <p:cNvSpPr/>
          <p:nvPr/>
        </p:nvSpPr>
        <p:spPr>
          <a:xfrm rot="16200000">
            <a:off x="7067644" y="1106516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>
            <a:hlinkHover r:id="" action="ppaction://hlinkshowjump?jump=lastslide"/>
          </p:cNvPr>
          <p:cNvSpPr/>
          <p:nvPr/>
        </p:nvSpPr>
        <p:spPr>
          <a:xfrm rot="16200000">
            <a:off x="11513837" y="1172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hlinkHover r:id="" action="ppaction://hlinkshowjump?jump=lastslide"/>
          </p:cNvPr>
          <p:cNvSpPr/>
          <p:nvPr/>
        </p:nvSpPr>
        <p:spPr>
          <a:xfrm rot="16200000">
            <a:off x="10789996" y="-20855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>
            <a:hlinkHover r:id="" action="ppaction://hlinkshowjump?jump=lastslide"/>
          </p:cNvPr>
          <p:cNvSpPr/>
          <p:nvPr/>
        </p:nvSpPr>
        <p:spPr>
          <a:xfrm rot="16200000">
            <a:off x="10024291" y="-20855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>
            <a:hlinkHover r:id="" action="ppaction://hlinkshowjump?jump=lastslide"/>
          </p:cNvPr>
          <p:cNvSpPr/>
          <p:nvPr/>
        </p:nvSpPr>
        <p:spPr>
          <a:xfrm rot="16200000">
            <a:off x="9264229" y="-9388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>
            <a:hlinkHover r:id="" action="ppaction://hlinkshowjump?jump=lastslide"/>
          </p:cNvPr>
          <p:cNvSpPr/>
          <p:nvPr/>
        </p:nvSpPr>
        <p:spPr>
          <a:xfrm rot="16200000">
            <a:off x="8519720" y="-30902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>
            <a:hlinkHover r:id="" action="ppaction://hlinkshowjump?jump=lastslide"/>
          </p:cNvPr>
          <p:cNvSpPr/>
          <p:nvPr/>
        </p:nvSpPr>
        <p:spPr>
          <a:xfrm rot="16200000">
            <a:off x="7774947" y="-9389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等腰三角形 67">
            <a:hlinkHover r:id="" action="ppaction://hlinkshowjump?jump=lastslide"/>
          </p:cNvPr>
          <p:cNvSpPr/>
          <p:nvPr/>
        </p:nvSpPr>
        <p:spPr>
          <a:xfrm rot="10800000">
            <a:off x="1748494" y="4839389"/>
            <a:ext cx="420398" cy="846307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等腰三角形 68">
            <a:hlinkHover r:id="" action="ppaction://hlinkshowjump?jump=lastslide"/>
          </p:cNvPr>
          <p:cNvSpPr/>
          <p:nvPr/>
        </p:nvSpPr>
        <p:spPr>
          <a:xfrm>
            <a:off x="2446664" y="5626851"/>
            <a:ext cx="420398" cy="846307"/>
          </a:xfrm>
          <a:prstGeom prst="triangle">
            <a:avLst>
              <a:gd name="adj" fmla="val 100000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等腰三角形 69">
            <a:hlinkHover r:id="" action="ppaction://hlinkshowjump?jump=lastslide"/>
          </p:cNvPr>
          <p:cNvSpPr/>
          <p:nvPr/>
        </p:nvSpPr>
        <p:spPr>
          <a:xfrm rot="10800000">
            <a:off x="11771601" y="479747"/>
            <a:ext cx="420398" cy="846307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等腰三角形 70">
            <a:hlinkHover r:id="" action="ppaction://hlinkshowjump?jump=lastslide"/>
          </p:cNvPr>
          <p:cNvSpPr/>
          <p:nvPr/>
        </p:nvSpPr>
        <p:spPr>
          <a:xfrm rot="2899728">
            <a:off x="417701" y="5749357"/>
            <a:ext cx="420398" cy="846307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等腰三角形 71">
            <a:hlinkHover r:id="" action="ppaction://hlinkshowjump?jump=lastslide"/>
          </p:cNvPr>
          <p:cNvSpPr/>
          <p:nvPr/>
        </p:nvSpPr>
        <p:spPr>
          <a:xfrm rot="16200000">
            <a:off x="10927165" y="5873127"/>
            <a:ext cx="420398" cy="846307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等腰三角形 72">
            <a:hlinkHover r:id="" action="ppaction://hlinkshowjump?jump=lastslide"/>
          </p:cNvPr>
          <p:cNvSpPr/>
          <p:nvPr/>
        </p:nvSpPr>
        <p:spPr>
          <a:xfrm rot="16200000">
            <a:off x="9433970" y="4804788"/>
            <a:ext cx="420398" cy="846307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等腰三角形 73">
            <a:hlinkHover r:id="" action="ppaction://hlinkshowjump?jump=lastslide"/>
          </p:cNvPr>
          <p:cNvSpPr/>
          <p:nvPr/>
        </p:nvSpPr>
        <p:spPr>
          <a:xfrm rot="16200000">
            <a:off x="7958763" y="5607101"/>
            <a:ext cx="420398" cy="846307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等腰三角形 76">
            <a:hlinkHover r:id="" action="ppaction://hlinkshowjump?jump=lastslide"/>
          </p:cNvPr>
          <p:cNvSpPr/>
          <p:nvPr/>
        </p:nvSpPr>
        <p:spPr>
          <a:xfrm rot="2697521">
            <a:off x="4168856" y="5796524"/>
            <a:ext cx="420398" cy="846307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等腰三角形 77">
            <a:hlinkHover r:id="" action="ppaction://hlinkshowjump?jump=lastslide"/>
          </p:cNvPr>
          <p:cNvSpPr/>
          <p:nvPr/>
        </p:nvSpPr>
        <p:spPr>
          <a:xfrm rot="19452184">
            <a:off x="3296816" y="4574622"/>
            <a:ext cx="420398" cy="846307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等腰三角形 80">
            <a:hlinkHover r:id="" action="ppaction://hlinkshowjump?jump=lastslide"/>
          </p:cNvPr>
          <p:cNvSpPr/>
          <p:nvPr/>
        </p:nvSpPr>
        <p:spPr>
          <a:xfrm rot="8041614">
            <a:off x="4892476" y="4569595"/>
            <a:ext cx="420398" cy="846307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等腰三角形 82">
            <a:hlinkHover r:id="" action="ppaction://hlinkshowjump?jump=lastslide"/>
          </p:cNvPr>
          <p:cNvSpPr/>
          <p:nvPr/>
        </p:nvSpPr>
        <p:spPr>
          <a:xfrm rot="2695881">
            <a:off x="9000771" y="5839469"/>
            <a:ext cx="420398" cy="846307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等腰三角形 84">
            <a:hlinkHover r:id="" action="ppaction://hlinkshowjump?jump=lastslide"/>
          </p:cNvPr>
          <p:cNvSpPr/>
          <p:nvPr/>
        </p:nvSpPr>
        <p:spPr>
          <a:xfrm rot="15465523">
            <a:off x="5933063" y="5919966"/>
            <a:ext cx="420398" cy="846307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等腰三角形 85">
            <a:hlinkHover r:id="" action="ppaction://hlinkshowjump?jump=lastslide"/>
          </p:cNvPr>
          <p:cNvSpPr/>
          <p:nvPr/>
        </p:nvSpPr>
        <p:spPr>
          <a:xfrm rot="13982023">
            <a:off x="7276760" y="4588669"/>
            <a:ext cx="420398" cy="846307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等腰三角形 87">
            <a:hlinkHover r:id="" action="ppaction://hlinkshowjump?jump=lastslide"/>
          </p:cNvPr>
          <p:cNvSpPr/>
          <p:nvPr/>
        </p:nvSpPr>
        <p:spPr>
          <a:xfrm rot="19474291">
            <a:off x="5196280" y="1249031"/>
            <a:ext cx="420398" cy="846307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等腰三角形 88">
            <a:hlinkHover r:id="" action="ppaction://hlinkshowjump?jump=lastslide"/>
          </p:cNvPr>
          <p:cNvSpPr/>
          <p:nvPr/>
        </p:nvSpPr>
        <p:spPr>
          <a:xfrm rot="17654657">
            <a:off x="6741251" y="1189020"/>
            <a:ext cx="420398" cy="846307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等腰三角形 89">
            <a:hlinkHover r:id="" action="ppaction://hlinkshowjump?jump=lastslide"/>
          </p:cNvPr>
          <p:cNvSpPr/>
          <p:nvPr/>
        </p:nvSpPr>
        <p:spPr>
          <a:xfrm rot="2189134">
            <a:off x="5840952" y="401953"/>
            <a:ext cx="420398" cy="846307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等腰三角形 90">
            <a:hlinkHover r:id="" action="ppaction://hlinkshowjump?jump=lastslide"/>
          </p:cNvPr>
          <p:cNvSpPr/>
          <p:nvPr/>
        </p:nvSpPr>
        <p:spPr>
          <a:xfrm rot="239741">
            <a:off x="11805092" y="1830141"/>
            <a:ext cx="420398" cy="846307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等腰三角形 91">
            <a:hlinkHover r:id="" action="ppaction://hlinkshowjump?jump=lastslide"/>
          </p:cNvPr>
          <p:cNvSpPr/>
          <p:nvPr/>
        </p:nvSpPr>
        <p:spPr>
          <a:xfrm rot="2189134">
            <a:off x="10317714" y="3872532"/>
            <a:ext cx="420398" cy="846307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矩形 93">
            <a:hlinkHover r:id="" action="ppaction://hlinkshowjump?jump=lastslide"/>
          </p:cNvPr>
          <p:cNvSpPr/>
          <p:nvPr/>
        </p:nvSpPr>
        <p:spPr>
          <a:xfrm rot="16200000">
            <a:off x="7074530" y="-11687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矩形 94">
            <a:hlinkHover r:id="" action="ppaction://hlinkshowjump?jump=lastslide"/>
          </p:cNvPr>
          <p:cNvSpPr/>
          <p:nvPr/>
        </p:nvSpPr>
        <p:spPr>
          <a:xfrm rot="16200000">
            <a:off x="6329757" y="-20855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矩形 95">
            <a:hlinkHover r:id="" action="ppaction://hlinkshowjump?jump=lastslide"/>
          </p:cNvPr>
          <p:cNvSpPr/>
          <p:nvPr/>
        </p:nvSpPr>
        <p:spPr>
          <a:xfrm rot="16200000">
            <a:off x="5597952" y="3934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矩形 96">
            <a:hlinkHover r:id="" action="ppaction://hlinkshowjump?jump=lastslide"/>
          </p:cNvPr>
          <p:cNvSpPr/>
          <p:nvPr/>
        </p:nvSpPr>
        <p:spPr>
          <a:xfrm rot="16200000">
            <a:off x="4866147" y="20104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矩形 97">
            <a:hlinkHover r:id="" action="ppaction://hlinkshowjump?jump=lastslide"/>
          </p:cNvPr>
          <p:cNvSpPr/>
          <p:nvPr/>
        </p:nvSpPr>
        <p:spPr>
          <a:xfrm rot="16200000">
            <a:off x="3360418" y="8989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矩形 98">
            <a:hlinkHover r:id="" action="ppaction://hlinkshowjump?jump=lastslide"/>
          </p:cNvPr>
          <p:cNvSpPr/>
          <p:nvPr/>
        </p:nvSpPr>
        <p:spPr>
          <a:xfrm rot="16200000">
            <a:off x="4116904" y="37956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矩形 99">
            <a:hlinkHover r:id="" action="ppaction://hlinkshowjump?jump=lastslide"/>
          </p:cNvPr>
          <p:cNvSpPr/>
          <p:nvPr/>
        </p:nvSpPr>
        <p:spPr>
          <a:xfrm rot="16200000">
            <a:off x="3360418" y="688325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矩形 100">
            <a:hlinkHover r:id="" action="ppaction://hlinkshowjump?jump=lastslide"/>
          </p:cNvPr>
          <p:cNvSpPr/>
          <p:nvPr/>
        </p:nvSpPr>
        <p:spPr>
          <a:xfrm rot="16200000">
            <a:off x="3454762" y="1300852"/>
            <a:ext cx="537500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矩形 101">
            <a:hlinkHover r:id="rId2" action="ppaction://hlinksldjump"/>
          </p:cNvPr>
          <p:cNvSpPr/>
          <p:nvPr/>
        </p:nvSpPr>
        <p:spPr>
          <a:xfrm rot="18811015">
            <a:off x="4342434" y="993437"/>
            <a:ext cx="533400" cy="539885"/>
          </a:xfrm>
          <a:prstGeom prst="rect">
            <a:avLst/>
          </a:prstGeom>
          <a:noFill/>
          <a:ln w="76200">
            <a:solidFill>
              <a:schemeClr val="accent1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3" name="矩形 102">
            <a:hlinkHover r:id="rId2" action="ppaction://hlinksldjump"/>
          </p:cNvPr>
          <p:cNvSpPr/>
          <p:nvPr/>
        </p:nvSpPr>
        <p:spPr>
          <a:xfrm>
            <a:off x="4342434" y="993436"/>
            <a:ext cx="533400" cy="539885"/>
          </a:xfrm>
          <a:prstGeom prst="rect">
            <a:avLst/>
          </a:prstGeom>
          <a:noFill/>
          <a:ln w="76200">
            <a:solidFill>
              <a:schemeClr val="accent1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9" name="等腰三角形 78">
            <a:hlinkHover r:id="" action="ppaction://hlinkshowjump?jump=lastslide"/>
          </p:cNvPr>
          <p:cNvSpPr/>
          <p:nvPr/>
        </p:nvSpPr>
        <p:spPr>
          <a:xfrm>
            <a:off x="3469527" y="3685302"/>
            <a:ext cx="420398" cy="846307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等腰三角形 79">
            <a:hlinkHover r:id="" action="ppaction://hlinkshowjump?jump=lastslide"/>
          </p:cNvPr>
          <p:cNvSpPr/>
          <p:nvPr/>
        </p:nvSpPr>
        <p:spPr>
          <a:xfrm rot="10800000">
            <a:off x="3432136" y="1868353"/>
            <a:ext cx="420398" cy="846307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9138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872" y="162420"/>
            <a:ext cx="3071675" cy="954107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600" dirty="0" smtClean="0">
                <a:solidFill>
                  <a:srgbClr val="002060"/>
                </a:solidFill>
              </a:rPr>
              <a:t>Normal</a:t>
            </a:r>
            <a:r>
              <a:rPr lang="en-US" altLang="zh-CN" sz="3600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zh-CN" altLang="en-US" sz="3600" dirty="0" smtClean="0">
                <a:solidFill>
                  <a:schemeClr val="accent2">
                    <a:lumMod val="75000"/>
                  </a:schemeClr>
                </a:solidFill>
              </a:rPr>
              <a:t>第二关</a:t>
            </a:r>
            <a:endParaRPr lang="en-US" altLang="zh-CN" sz="3600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zh-CN" altLang="en-US" sz="2000" dirty="0" smtClean="0">
                <a:solidFill>
                  <a:schemeClr val="accent2">
                    <a:lumMod val="75000"/>
                  </a:schemeClr>
                </a:solidFill>
              </a:rPr>
              <a:t>难度：</a:t>
            </a:r>
            <a:r>
              <a:rPr lang="en-US" altLang="zh-CN" sz="2000" dirty="0" smtClean="0">
                <a:solidFill>
                  <a:schemeClr val="accent2">
                    <a:lumMod val="75000"/>
                  </a:schemeClr>
                </a:solidFill>
              </a:rPr>
              <a:t>1.3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矩形 4">
            <a:hlinkHover r:id="" action="ppaction://hlinkshowjump?jump=lastslide"/>
          </p:cNvPr>
          <p:cNvSpPr/>
          <p:nvPr/>
        </p:nvSpPr>
        <p:spPr>
          <a:xfrm rot="16200000">
            <a:off x="3337051" y="1731004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hlinkHover r:id="" action="ppaction://hlinkshowjump?jump=lastslide"/>
          </p:cNvPr>
          <p:cNvSpPr/>
          <p:nvPr/>
        </p:nvSpPr>
        <p:spPr>
          <a:xfrm rot="16200000">
            <a:off x="3337051" y="969836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hlinkHover r:id="" action="ppaction://hlinkshowjump?jump=lastslide"/>
          </p:cNvPr>
          <p:cNvSpPr/>
          <p:nvPr/>
        </p:nvSpPr>
        <p:spPr>
          <a:xfrm rot="16200000">
            <a:off x="3313974" y="163591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hlinkHover r:id="" action="ppaction://hlinkshowjump?jump=lastslide"/>
          </p:cNvPr>
          <p:cNvSpPr/>
          <p:nvPr/>
        </p:nvSpPr>
        <p:spPr>
          <a:xfrm rot="16200000">
            <a:off x="4197671" y="96601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hlinkHover r:id="" action="ppaction://hlinkshowjump?jump=lastslide"/>
          </p:cNvPr>
          <p:cNvSpPr/>
          <p:nvPr/>
        </p:nvSpPr>
        <p:spPr>
          <a:xfrm rot="16200000">
            <a:off x="4197671" y="1812421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hlinkHover r:id="" action="ppaction://hlinkshowjump?jump=lastslide"/>
          </p:cNvPr>
          <p:cNvSpPr/>
          <p:nvPr/>
        </p:nvSpPr>
        <p:spPr>
          <a:xfrm rot="16200000">
            <a:off x="4987359" y="1812686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hlinkHover r:id="" action="ppaction://hlinkshowjump?jump=lastslide"/>
          </p:cNvPr>
          <p:cNvSpPr/>
          <p:nvPr/>
        </p:nvSpPr>
        <p:spPr>
          <a:xfrm rot="16200000">
            <a:off x="4987359" y="121509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hlinkHover r:id="" action="ppaction://hlinkshowjump?jump=lastslide"/>
          </p:cNvPr>
          <p:cNvSpPr/>
          <p:nvPr/>
        </p:nvSpPr>
        <p:spPr>
          <a:xfrm rot="16200000">
            <a:off x="5777047" y="121509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hlinkHover r:id="" action="ppaction://hlinkshowjump?jump=lastslide"/>
          </p:cNvPr>
          <p:cNvSpPr/>
          <p:nvPr/>
        </p:nvSpPr>
        <p:spPr>
          <a:xfrm rot="16200000">
            <a:off x="5777047" y="1812422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hlinkHover r:id="" action="ppaction://hlinkshowjump?jump=lastslide"/>
          </p:cNvPr>
          <p:cNvSpPr/>
          <p:nvPr/>
        </p:nvSpPr>
        <p:spPr>
          <a:xfrm rot="16200000">
            <a:off x="6566735" y="121507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hlinkHover r:id="" action="ppaction://hlinkshowjump?jump=lastslide"/>
          </p:cNvPr>
          <p:cNvSpPr/>
          <p:nvPr/>
        </p:nvSpPr>
        <p:spPr>
          <a:xfrm rot="16200000">
            <a:off x="7356423" y="121772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hlinkHover r:id="" action="ppaction://hlinkshowjump?jump=lastslide"/>
          </p:cNvPr>
          <p:cNvSpPr/>
          <p:nvPr/>
        </p:nvSpPr>
        <p:spPr>
          <a:xfrm rot="16200000">
            <a:off x="8146111" y="121508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hlinkHover r:id="" action="ppaction://hlinkshowjump?jump=lastslide"/>
          </p:cNvPr>
          <p:cNvSpPr/>
          <p:nvPr/>
        </p:nvSpPr>
        <p:spPr>
          <a:xfrm rot="16200000">
            <a:off x="8935799" y="96601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hlinkHover r:id="" action="ppaction://hlinkshowjump?jump=lastslide"/>
          </p:cNvPr>
          <p:cNvSpPr/>
          <p:nvPr/>
        </p:nvSpPr>
        <p:spPr>
          <a:xfrm rot="16200000">
            <a:off x="9725487" y="96866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hlinkHover r:id="" action="ppaction://hlinkshowjump?jump=lastslide"/>
          </p:cNvPr>
          <p:cNvSpPr/>
          <p:nvPr/>
        </p:nvSpPr>
        <p:spPr>
          <a:xfrm rot="16200000">
            <a:off x="10515175" y="96602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hlinkHover r:id="" action="ppaction://hlinkshowjump?jump=lastslide"/>
          </p:cNvPr>
          <p:cNvSpPr/>
          <p:nvPr/>
        </p:nvSpPr>
        <p:spPr>
          <a:xfrm rot="16200000">
            <a:off x="11304864" y="2410340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hlinkHover r:id="" action="ppaction://hlinkshowjump?jump=lastslide"/>
          </p:cNvPr>
          <p:cNvSpPr/>
          <p:nvPr/>
        </p:nvSpPr>
        <p:spPr>
          <a:xfrm rot="16200000">
            <a:off x="11304864" y="1643829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hlinkHover r:id="" action="ppaction://hlinkshowjump?jump=lastslide"/>
          </p:cNvPr>
          <p:cNvSpPr/>
          <p:nvPr/>
        </p:nvSpPr>
        <p:spPr>
          <a:xfrm rot="16200000">
            <a:off x="11304863" y="885275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hlinkHover r:id="" action="ppaction://hlinkshowjump?jump=lastslide"/>
          </p:cNvPr>
          <p:cNvSpPr/>
          <p:nvPr/>
        </p:nvSpPr>
        <p:spPr>
          <a:xfrm rot="16200000">
            <a:off x="11304863" y="4701916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hlinkHover r:id="" action="ppaction://hlinkshowjump?jump=lastslide"/>
          </p:cNvPr>
          <p:cNvSpPr/>
          <p:nvPr/>
        </p:nvSpPr>
        <p:spPr>
          <a:xfrm rot="16200000">
            <a:off x="11304863" y="3935405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hlinkHover r:id="" action="ppaction://hlinkshowjump?jump=lastslide"/>
          </p:cNvPr>
          <p:cNvSpPr/>
          <p:nvPr/>
        </p:nvSpPr>
        <p:spPr>
          <a:xfrm rot="16200000">
            <a:off x="11304862" y="3176851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hlinkHover r:id="" action="ppaction://hlinkshowjump?jump=lastslide"/>
          </p:cNvPr>
          <p:cNvSpPr/>
          <p:nvPr/>
        </p:nvSpPr>
        <p:spPr>
          <a:xfrm rot="16200000">
            <a:off x="11304863" y="6179836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hlinkHover r:id="" action="ppaction://hlinkshowjump?jump=lastslide"/>
          </p:cNvPr>
          <p:cNvSpPr/>
          <p:nvPr/>
        </p:nvSpPr>
        <p:spPr>
          <a:xfrm rot="16200000">
            <a:off x="11304863" y="5468426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hlinkHover r:id="" action="ppaction://hlinkshowjump?jump=lastslide"/>
          </p:cNvPr>
          <p:cNvSpPr/>
          <p:nvPr/>
        </p:nvSpPr>
        <p:spPr>
          <a:xfrm rot="16200000">
            <a:off x="11304862" y="118764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hlinkHover r:id="" action="ppaction://hlinkshowjump?jump=lastslide"/>
          </p:cNvPr>
          <p:cNvSpPr/>
          <p:nvPr/>
        </p:nvSpPr>
        <p:spPr>
          <a:xfrm rot="16200000">
            <a:off x="8935799" y="6183085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hlinkHover r:id="" action="ppaction://hlinkshowjump?jump=lastslide"/>
          </p:cNvPr>
          <p:cNvSpPr/>
          <p:nvPr/>
        </p:nvSpPr>
        <p:spPr>
          <a:xfrm rot="16200000">
            <a:off x="9725487" y="6183350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hlinkHover r:id="" action="ppaction://hlinkshowjump?jump=lastslide"/>
          </p:cNvPr>
          <p:cNvSpPr/>
          <p:nvPr/>
        </p:nvSpPr>
        <p:spPr>
          <a:xfrm rot="16200000">
            <a:off x="10515175" y="6183086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hlinkHover r:id="" action="ppaction://hlinkshowjump?jump=lastslide"/>
          </p:cNvPr>
          <p:cNvSpPr/>
          <p:nvPr/>
        </p:nvSpPr>
        <p:spPr>
          <a:xfrm rot="16200000">
            <a:off x="6566736" y="6147760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hlinkHover r:id="" action="ppaction://hlinkshowjump?jump=lastslide"/>
          </p:cNvPr>
          <p:cNvSpPr/>
          <p:nvPr/>
        </p:nvSpPr>
        <p:spPr>
          <a:xfrm rot="16200000">
            <a:off x="7356424" y="6148025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hlinkHover r:id="" action="ppaction://hlinkshowjump?jump=lastslide"/>
          </p:cNvPr>
          <p:cNvSpPr/>
          <p:nvPr/>
        </p:nvSpPr>
        <p:spPr>
          <a:xfrm rot="16200000">
            <a:off x="8146112" y="6147761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hlinkHover r:id="" action="ppaction://hlinkshowjump?jump=lastslide"/>
          </p:cNvPr>
          <p:cNvSpPr/>
          <p:nvPr/>
        </p:nvSpPr>
        <p:spPr>
          <a:xfrm rot="16200000">
            <a:off x="4197671" y="6147495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hlinkHover r:id="" action="ppaction://hlinkshowjump?jump=lastslide"/>
          </p:cNvPr>
          <p:cNvSpPr/>
          <p:nvPr/>
        </p:nvSpPr>
        <p:spPr>
          <a:xfrm rot="16200000">
            <a:off x="4987359" y="6147760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hlinkHover r:id="" action="ppaction://hlinkshowjump?jump=lastslide"/>
          </p:cNvPr>
          <p:cNvSpPr/>
          <p:nvPr/>
        </p:nvSpPr>
        <p:spPr>
          <a:xfrm rot="16200000">
            <a:off x="5777047" y="6147496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hlinkHover r:id="" action="ppaction://hlinkshowjump?jump=lastslide"/>
          </p:cNvPr>
          <p:cNvSpPr/>
          <p:nvPr/>
        </p:nvSpPr>
        <p:spPr>
          <a:xfrm rot="16200000">
            <a:off x="1757675" y="6147230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hlinkHover r:id="" action="ppaction://hlinkshowjump?jump=lastslide"/>
          </p:cNvPr>
          <p:cNvSpPr/>
          <p:nvPr/>
        </p:nvSpPr>
        <p:spPr>
          <a:xfrm rot="16200000">
            <a:off x="2547363" y="6147495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hlinkHover r:id="" action="ppaction://hlinkshowjump?jump=lastslide"/>
          </p:cNvPr>
          <p:cNvSpPr/>
          <p:nvPr/>
        </p:nvSpPr>
        <p:spPr>
          <a:xfrm rot="16200000">
            <a:off x="3337051" y="6147231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hlinkHover r:id="" action="ppaction://hlinkshowjump?jump=lastslide"/>
          </p:cNvPr>
          <p:cNvSpPr/>
          <p:nvPr/>
        </p:nvSpPr>
        <p:spPr>
          <a:xfrm rot="16200000">
            <a:off x="-261370" y="5549615"/>
            <a:ext cx="1209366" cy="373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hlinkHover r:id="" action="ppaction://hlinkshowjump?jump=lastslide"/>
          </p:cNvPr>
          <p:cNvSpPr/>
          <p:nvPr/>
        </p:nvSpPr>
        <p:spPr>
          <a:xfrm rot="16200000">
            <a:off x="102356" y="6338154"/>
            <a:ext cx="493421" cy="4810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hlinkHover r:id="" action="ppaction://hlinkshowjump?jump=lastslide"/>
          </p:cNvPr>
          <p:cNvSpPr/>
          <p:nvPr/>
        </p:nvSpPr>
        <p:spPr>
          <a:xfrm rot="16200000">
            <a:off x="962488" y="5979879"/>
            <a:ext cx="414497" cy="11976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等腰三角形 46">
            <a:hlinkHover r:id="" action="ppaction://hlinkshowjump?jump=lastslide"/>
          </p:cNvPr>
          <p:cNvSpPr/>
          <p:nvPr/>
        </p:nvSpPr>
        <p:spPr>
          <a:xfrm>
            <a:off x="5765214" y="1347019"/>
            <a:ext cx="676993" cy="469087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>
            <a:hlinkHover r:id="" action="ppaction://hlinkshowjump?jump=lastslide"/>
          </p:cNvPr>
          <p:cNvSpPr/>
          <p:nvPr/>
        </p:nvSpPr>
        <p:spPr>
          <a:xfrm rot="16200000">
            <a:off x="107367" y="3223996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>
            <a:hlinkHover r:id="" action="ppaction://hlinkshowjump?jump=lastslide"/>
          </p:cNvPr>
          <p:cNvSpPr/>
          <p:nvPr/>
        </p:nvSpPr>
        <p:spPr>
          <a:xfrm rot="16200000">
            <a:off x="110865" y="4698416"/>
            <a:ext cx="526131" cy="5307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>
            <a:hlinkHover r:id="" action="ppaction://hlinkshowjump?jump=lastslide"/>
          </p:cNvPr>
          <p:cNvSpPr/>
          <p:nvPr/>
        </p:nvSpPr>
        <p:spPr>
          <a:xfrm rot="16200000">
            <a:off x="107367" y="3990506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>
            <a:hlinkHover r:id="" action="ppaction://hlinkshowjump?jump=lastslide"/>
          </p:cNvPr>
          <p:cNvSpPr/>
          <p:nvPr/>
        </p:nvSpPr>
        <p:spPr>
          <a:xfrm rot="16200000">
            <a:off x="863545" y="1731006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>
            <a:hlinkHover r:id="" action="ppaction://hlinkshowjump?jump=lastslide"/>
          </p:cNvPr>
          <p:cNvSpPr/>
          <p:nvPr/>
        </p:nvSpPr>
        <p:spPr>
          <a:xfrm rot="16200000">
            <a:off x="107366" y="2442414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>
            <a:hlinkHover r:id="" action="ppaction://hlinkshowjump?jump=lastslide"/>
          </p:cNvPr>
          <p:cNvSpPr/>
          <p:nvPr/>
        </p:nvSpPr>
        <p:spPr>
          <a:xfrm rot="16200000">
            <a:off x="107366" y="1731004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>
            <a:hlinkHover r:id="" action="ppaction://hlinkshowjump?jump=lastslide"/>
          </p:cNvPr>
          <p:cNvSpPr/>
          <p:nvPr/>
        </p:nvSpPr>
        <p:spPr>
          <a:xfrm rot="16200000">
            <a:off x="1602806" y="1731005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>
            <a:hlinkHover r:id="" action="ppaction://hlinkshowjump?jump=lastslide"/>
          </p:cNvPr>
          <p:cNvSpPr/>
          <p:nvPr/>
        </p:nvSpPr>
        <p:spPr>
          <a:xfrm rot="16200000">
            <a:off x="2463426" y="1731005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>
            <a:hlinkHover r:id="" action="ppaction://hlinkshowjump?jump=lastslide"/>
          </p:cNvPr>
          <p:cNvSpPr/>
          <p:nvPr/>
        </p:nvSpPr>
        <p:spPr>
          <a:xfrm rot="16200000">
            <a:off x="6553731" y="1812420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>
            <a:hlinkHover r:id="" action="ppaction://hlinkshowjump?jump=lastslide"/>
          </p:cNvPr>
          <p:cNvSpPr/>
          <p:nvPr/>
        </p:nvSpPr>
        <p:spPr>
          <a:xfrm rot="16200000">
            <a:off x="7343419" y="1812685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>
            <a:hlinkHover r:id="" action="ppaction://hlinkshowjump?jump=lastslide"/>
          </p:cNvPr>
          <p:cNvSpPr/>
          <p:nvPr/>
        </p:nvSpPr>
        <p:spPr>
          <a:xfrm rot="16200000">
            <a:off x="8133107" y="1812421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>
            <a:hlinkHover r:id="" action="ppaction://hlinkshowjump?jump=lastslide"/>
          </p:cNvPr>
          <p:cNvSpPr/>
          <p:nvPr/>
        </p:nvSpPr>
        <p:spPr>
          <a:xfrm rot="16200000">
            <a:off x="8893823" y="1808979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>
            <a:hlinkHover r:id="" action="ppaction://hlinkshowjump?jump=lastslide"/>
          </p:cNvPr>
          <p:cNvSpPr/>
          <p:nvPr/>
        </p:nvSpPr>
        <p:spPr>
          <a:xfrm rot="16200000">
            <a:off x="9683511" y="1809244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>
            <a:hlinkHover r:id="" action="ppaction://hlinkshowjump?jump=lastslide"/>
          </p:cNvPr>
          <p:cNvSpPr/>
          <p:nvPr/>
        </p:nvSpPr>
        <p:spPr>
          <a:xfrm rot="16200000">
            <a:off x="8905934" y="3151232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hlinkHover r:id="" action="ppaction://hlinkshowjump?jump=lastslide"/>
          </p:cNvPr>
          <p:cNvSpPr/>
          <p:nvPr/>
        </p:nvSpPr>
        <p:spPr>
          <a:xfrm rot="16200000">
            <a:off x="9683512" y="3216417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>
            <a:hlinkHover r:id="" action="ppaction://hlinkshowjump?jump=lastslide"/>
          </p:cNvPr>
          <p:cNvSpPr/>
          <p:nvPr/>
        </p:nvSpPr>
        <p:spPr>
          <a:xfrm rot="16200000">
            <a:off x="10473200" y="3216153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>
            <a:hlinkHover r:id="" action="ppaction://hlinkshowjump?jump=lastslide"/>
          </p:cNvPr>
          <p:cNvSpPr/>
          <p:nvPr/>
        </p:nvSpPr>
        <p:spPr>
          <a:xfrm rot="16200000">
            <a:off x="6548979" y="3111047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>
            <a:hlinkHover r:id="" action="ppaction://hlinkshowjump?jump=lastslide"/>
          </p:cNvPr>
          <p:cNvSpPr/>
          <p:nvPr/>
        </p:nvSpPr>
        <p:spPr>
          <a:xfrm rot="16200000">
            <a:off x="7338667" y="3111312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>
            <a:hlinkHover r:id="" action="ppaction://hlinkshowjump?jump=lastslide"/>
          </p:cNvPr>
          <p:cNvSpPr/>
          <p:nvPr/>
        </p:nvSpPr>
        <p:spPr>
          <a:xfrm rot="16200000">
            <a:off x="8128355" y="3111048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>
            <a:hlinkHover r:id="" action="ppaction://hlinkshowjump?jump=lastslide"/>
          </p:cNvPr>
          <p:cNvSpPr/>
          <p:nvPr/>
        </p:nvSpPr>
        <p:spPr>
          <a:xfrm rot="16200000">
            <a:off x="4238514" y="3131896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>
            <a:hlinkHover r:id="" action="ppaction://hlinkshowjump?jump=lastslide"/>
          </p:cNvPr>
          <p:cNvSpPr/>
          <p:nvPr/>
        </p:nvSpPr>
        <p:spPr>
          <a:xfrm rot="16200000">
            <a:off x="5028202" y="3132161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>
            <a:hlinkHover r:id="" action="ppaction://hlinkshowjump?jump=lastslide"/>
          </p:cNvPr>
          <p:cNvSpPr/>
          <p:nvPr/>
        </p:nvSpPr>
        <p:spPr>
          <a:xfrm rot="16200000">
            <a:off x="5817890" y="3131897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>
            <a:hlinkHover r:id="" action="ppaction://hlinkshowjump?jump=lastslide"/>
          </p:cNvPr>
          <p:cNvSpPr/>
          <p:nvPr/>
        </p:nvSpPr>
        <p:spPr>
          <a:xfrm rot="16200000">
            <a:off x="1915850" y="3121748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矩形 71">
            <a:hlinkHover r:id="" action="ppaction://hlinkshowjump?jump=lastslide"/>
          </p:cNvPr>
          <p:cNvSpPr/>
          <p:nvPr/>
        </p:nvSpPr>
        <p:spPr>
          <a:xfrm rot="16200000">
            <a:off x="2705538" y="3122013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>
            <a:hlinkHover r:id="" action="ppaction://hlinkshowjump?jump=lastslide"/>
          </p:cNvPr>
          <p:cNvSpPr/>
          <p:nvPr/>
        </p:nvSpPr>
        <p:spPr>
          <a:xfrm rot="16200000">
            <a:off x="3495226" y="3121749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>
            <a:hlinkHover r:id="" action="ppaction://hlinkshowjump?jump=lastslide"/>
          </p:cNvPr>
          <p:cNvSpPr/>
          <p:nvPr/>
        </p:nvSpPr>
        <p:spPr>
          <a:xfrm rot="16200000">
            <a:off x="1025255" y="4374731"/>
            <a:ext cx="338528" cy="11445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>
            <a:hlinkHover r:id="" action="ppaction://hlinkshowjump?jump=lastslide"/>
          </p:cNvPr>
          <p:cNvSpPr/>
          <p:nvPr/>
        </p:nvSpPr>
        <p:spPr>
          <a:xfrm rot="16200000">
            <a:off x="1686740" y="4670105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>
            <a:hlinkHover r:id="" action="ppaction://hlinkshowjump?jump=lastslide"/>
          </p:cNvPr>
          <p:cNvSpPr/>
          <p:nvPr/>
        </p:nvSpPr>
        <p:spPr>
          <a:xfrm rot="16200000">
            <a:off x="2476428" y="4669841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 76">
            <a:hlinkHover r:id="" action="ppaction://hlinkshowjump?jump=lastslide"/>
          </p:cNvPr>
          <p:cNvSpPr/>
          <p:nvPr/>
        </p:nvSpPr>
        <p:spPr>
          <a:xfrm rot="16200000">
            <a:off x="3224354" y="4653784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 77">
            <a:hlinkHover r:id="" action="ppaction://hlinkshowjump?jump=lastslide"/>
          </p:cNvPr>
          <p:cNvSpPr/>
          <p:nvPr/>
        </p:nvSpPr>
        <p:spPr>
          <a:xfrm rot="16200000">
            <a:off x="4014042" y="4654049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hlinkHover r:id="" action="ppaction://hlinkshowjump?jump=lastslide"/>
          </p:cNvPr>
          <p:cNvSpPr/>
          <p:nvPr/>
        </p:nvSpPr>
        <p:spPr>
          <a:xfrm rot="16200000">
            <a:off x="4803730" y="4653785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>
            <a:hlinkHover r:id="" action="ppaction://hlinkshowjump?jump=lastslide"/>
          </p:cNvPr>
          <p:cNvSpPr/>
          <p:nvPr/>
        </p:nvSpPr>
        <p:spPr>
          <a:xfrm rot="16200000">
            <a:off x="5593413" y="4644597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>
            <a:hlinkHover r:id="" action="ppaction://hlinkshowjump?jump=lastslide"/>
          </p:cNvPr>
          <p:cNvSpPr/>
          <p:nvPr/>
        </p:nvSpPr>
        <p:spPr>
          <a:xfrm rot="16200000">
            <a:off x="6383101" y="4644862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矩形 81">
            <a:hlinkHover r:id="" action="ppaction://hlinkshowjump?jump=lastslide"/>
          </p:cNvPr>
          <p:cNvSpPr/>
          <p:nvPr/>
        </p:nvSpPr>
        <p:spPr>
          <a:xfrm rot="16200000">
            <a:off x="7172789" y="4644598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矩形 82">
            <a:hlinkHover r:id="" action="ppaction://hlinkshowjump?jump=lastslide"/>
          </p:cNvPr>
          <p:cNvSpPr/>
          <p:nvPr/>
        </p:nvSpPr>
        <p:spPr>
          <a:xfrm rot="16200000">
            <a:off x="7962471" y="4614739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矩形 83">
            <a:hlinkHover r:id="" action="ppaction://hlinkshowjump?jump=lastslide"/>
          </p:cNvPr>
          <p:cNvSpPr/>
          <p:nvPr/>
        </p:nvSpPr>
        <p:spPr>
          <a:xfrm rot="16200000">
            <a:off x="8752159" y="4615004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>
            <a:hlinkHover r:id="" action="ppaction://hlinkshowjump?jump=lastslide"/>
          </p:cNvPr>
          <p:cNvSpPr/>
          <p:nvPr/>
        </p:nvSpPr>
        <p:spPr>
          <a:xfrm rot="16200000">
            <a:off x="9482060" y="4607641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等腰三角形 85">
            <a:hlinkHover r:id="" action="ppaction://hlinkshowjump?jump=lastslide"/>
          </p:cNvPr>
          <p:cNvSpPr/>
          <p:nvPr/>
        </p:nvSpPr>
        <p:spPr>
          <a:xfrm>
            <a:off x="7373562" y="1347019"/>
            <a:ext cx="676993" cy="469087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等腰三角形 86">
            <a:hlinkHover r:id="" action="ppaction://hlinkshowjump?jump=lastslide"/>
          </p:cNvPr>
          <p:cNvSpPr/>
          <p:nvPr/>
        </p:nvSpPr>
        <p:spPr>
          <a:xfrm>
            <a:off x="8884776" y="1322562"/>
            <a:ext cx="676993" cy="469087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等腰三角形 87">
            <a:hlinkHover r:id="" action="ppaction://hlinkshowjump?jump=lastslide"/>
          </p:cNvPr>
          <p:cNvSpPr/>
          <p:nvPr/>
        </p:nvSpPr>
        <p:spPr>
          <a:xfrm rot="10800000">
            <a:off x="9684680" y="2494739"/>
            <a:ext cx="676994" cy="218964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等腰三角形 88">
            <a:hlinkHover r:id="" action="ppaction://hlinkshowjump?jump=lastslide"/>
          </p:cNvPr>
          <p:cNvSpPr/>
          <p:nvPr/>
        </p:nvSpPr>
        <p:spPr>
          <a:xfrm rot="10800000">
            <a:off x="8135243" y="2487523"/>
            <a:ext cx="676994" cy="218964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等腰三角形 89">
            <a:hlinkHover r:id="" action="ppaction://hlinkshowjump?jump=lastslide"/>
          </p:cNvPr>
          <p:cNvSpPr/>
          <p:nvPr/>
        </p:nvSpPr>
        <p:spPr>
          <a:xfrm rot="10800000">
            <a:off x="6621361" y="2487712"/>
            <a:ext cx="676994" cy="218964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等腰三角形 90">
            <a:hlinkHover r:id="" action="ppaction://hlinkshowjump?jump=lastslide"/>
          </p:cNvPr>
          <p:cNvSpPr/>
          <p:nvPr/>
        </p:nvSpPr>
        <p:spPr>
          <a:xfrm rot="10800000">
            <a:off x="4969023" y="2494739"/>
            <a:ext cx="676994" cy="218964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等腰三角形 91">
            <a:hlinkHover r:id="" action="ppaction://hlinkshowjump?jump=lastslide"/>
          </p:cNvPr>
          <p:cNvSpPr/>
          <p:nvPr/>
        </p:nvSpPr>
        <p:spPr>
          <a:xfrm rot="10800000">
            <a:off x="3317031" y="2407335"/>
            <a:ext cx="676994" cy="159616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等腰三角形 92">
            <a:hlinkHover r:id="" action="ppaction://hlinkshowjump?jump=lastslide"/>
          </p:cNvPr>
          <p:cNvSpPr/>
          <p:nvPr/>
        </p:nvSpPr>
        <p:spPr>
          <a:xfrm rot="10800000">
            <a:off x="1620469" y="2390489"/>
            <a:ext cx="676994" cy="218964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等腰三角形 93">
            <a:hlinkHover r:id="" action="ppaction://hlinkshowjump?jump=lastslide"/>
          </p:cNvPr>
          <p:cNvSpPr/>
          <p:nvPr/>
        </p:nvSpPr>
        <p:spPr>
          <a:xfrm rot="16200000">
            <a:off x="1623933" y="3077700"/>
            <a:ext cx="676994" cy="709267"/>
          </a:xfrm>
          <a:prstGeom prst="triangle">
            <a:avLst>
              <a:gd name="adj" fmla="val 100000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5" name="等腰三角形 94">
            <a:hlinkHover r:id="" action="ppaction://hlinkshowjump?jump=lastslide"/>
          </p:cNvPr>
          <p:cNvSpPr/>
          <p:nvPr/>
        </p:nvSpPr>
        <p:spPr>
          <a:xfrm rot="5400000">
            <a:off x="770859" y="3506452"/>
            <a:ext cx="1162885" cy="1129437"/>
          </a:xfrm>
          <a:prstGeom prst="triangle">
            <a:avLst>
              <a:gd name="adj" fmla="val 100000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6" name="等腰三角形 95">
            <a:hlinkHover r:id="" action="ppaction://hlinkshowjump?jump=lastslide"/>
          </p:cNvPr>
          <p:cNvSpPr/>
          <p:nvPr/>
        </p:nvSpPr>
        <p:spPr>
          <a:xfrm>
            <a:off x="2513065" y="4311034"/>
            <a:ext cx="655809" cy="357370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等腰三角形 96">
            <a:hlinkHover r:id="" action="ppaction://hlinkshowjump?jump=lastslide"/>
          </p:cNvPr>
          <p:cNvSpPr/>
          <p:nvPr/>
        </p:nvSpPr>
        <p:spPr>
          <a:xfrm>
            <a:off x="3992370" y="4311034"/>
            <a:ext cx="672260" cy="331696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等腰三角形 97">
            <a:hlinkHover r:id="" action="ppaction://hlinkshowjump?jump=lastslide"/>
          </p:cNvPr>
          <p:cNvSpPr/>
          <p:nvPr/>
        </p:nvSpPr>
        <p:spPr>
          <a:xfrm>
            <a:off x="5583164" y="4155613"/>
            <a:ext cx="676993" cy="469087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等腰三角形 98">
            <a:hlinkHover r:id="" action="ppaction://hlinkshowjump?jump=lastslide"/>
          </p:cNvPr>
          <p:cNvSpPr/>
          <p:nvPr/>
        </p:nvSpPr>
        <p:spPr>
          <a:xfrm rot="10800000">
            <a:off x="8674448" y="5296973"/>
            <a:ext cx="676993" cy="469087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等腰三角形 99">
            <a:hlinkHover r:id="" action="ppaction://hlinkshowjump?jump=lastslide"/>
          </p:cNvPr>
          <p:cNvSpPr/>
          <p:nvPr/>
        </p:nvSpPr>
        <p:spPr>
          <a:xfrm>
            <a:off x="8717851" y="4145185"/>
            <a:ext cx="676993" cy="469087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等腰三角形 100">
            <a:hlinkHover r:id="" action="ppaction://hlinkshowjump?jump=lastslide"/>
          </p:cNvPr>
          <p:cNvSpPr/>
          <p:nvPr/>
        </p:nvSpPr>
        <p:spPr>
          <a:xfrm>
            <a:off x="9245601" y="5960759"/>
            <a:ext cx="676994" cy="218964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等腰三角形 101">
            <a:hlinkHover r:id="" action="ppaction://hlinkshowjump?jump=lastslide"/>
          </p:cNvPr>
          <p:cNvSpPr/>
          <p:nvPr/>
        </p:nvSpPr>
        <p:spPr>
          <a:xfrm>
            <a:off x="7178692" y="4273975"/>
            <a:ext cx="672255" cy="358879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等腰三角形 102">
            <a:hlinkHover r:id="" action="ppaction://hlinkshowjump?jump=lastslide"/>
          </p:cNvPr>
          <p:cNvSpPr/>
          <p:nvPr/>
        </p:nvSpPr>
        <p:spPr>
          <a:xfrm rot="10800000">
            <a:off x="3224391" y="3789211"/>
            <a:ext cx="676994" cy="218964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等腰三角形 103">
            <a:hlinkHover r:id="" action="ppaction://hlinkshowjump?jump=lastslide"/>
          </p:cNvPr>
          <p:cNvSpPr/>
          <p:nvPr/>
        </p:nvSpPr>
        <p:spPr>
          <a:xfrm rot="10800000">
            <a:off x="4845742" y="3829396"/>
            <a:ext cx="676994" cy="218964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等腰三角形 104">
            <a:hlinkHover r:id="" action="ppaction://hlinkshowjump?jump=lastslide"/>
          </p:cNvPr>
          <p:cNvSpPr/>
          <p:nvPr/>
        </p:nvSpPr>
        <p:spPr>
          <a:xfrm rot="10800000">
            <a:off x="6283176" y="3824751"/>
            <a:ext cx="676994" cy="218964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等腰三角形 105">
            <a:hlinkHover r:id="" action="ppaction://hlinkshowjump?jump=lastslide"/>
          </p:cNvPr>
          <p:cNvSpPr/>
          <p:nvPr/>
        </p:nvSpPr>
        <p:spPr>
          <a:xfrm rot="10800000">
            <a:off x="7879492" y="3792678"/>
            <a:ext cx="676994" cy="218964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等腰三角形 106">
            <a:hlinkHover r:id="" action="ppaction://hlinkshowjump?jump=lastslide"/>
          </p:cNvPr>
          <p:cNvSpPr/>
          <p:nvPr/>
        </p:nvSpPr>
        <p:spPr>
          <a:xfrm rot="10800000">
            <a:off x="9673445" y="3879852"/>
            <a:ext cx="676994" cy="218964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等腰三角形 107">
            <a:hlinkHover r:id="" action="ppaction://hlinkshowjump?jump=lastslide"/>
          </p:cNvPr>
          <p:cNvSpPr/>
          <p:nvPr/>
        </p:nvSpPr>
        <p:spPr>
          <a:xfrm rot="5400000">
            <a:off x="9913486" y="4598602"/>
            <a:ext cx="676994" cy="709267"/>
          </a:xfrm>
          <a:prstGeom prst="triangle">
            <a:avLst>
              <a:gd name="adj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9" name="等腰三角形 108">
            <a:hlinkHover r:id="" action="ppaction://hlinkshowjump?jump=lastslide"/>
          </p:cNvPr>
          <p:cNvSpPr/>
          <p:nvPr/>
        </p:nvSpPr>
        <p:spPr>
          <a:xfrm>
            <a:off x="10143147" y="5040412"/>
            <a:ext cx="1162885" cy="1129437"/>
          </a:xfrm>
          <a:prstGeom prst="triangle">
            <a:avLst>
              <a:gd name="adj" fmla="val 100000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0" name="等腰三角形 109">
            <a:hlinkHover r:id="" action="ppaction://hlinkshowjump?jump=lastslide"/>
          </p:cNvPr>
          <p:cNvSpPr/>
          <p:nvPr/>
        </p:nvSpPr>
        <p:spPr>
          <a:xfrm>
            <a:off x="8119834" y="5924320"/>
            <a:ext cx="676994" cy="218964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等腰三角形 110">
            <a:hlinkHover r:id="" action="ppaction://hlinkshowjump?jump=lastslide"/>
          </p:cNvPr>
          <p:cNvSpPr/>
          <p:nvPr/>
        </p:nvSpPr>
        <p:spPr>
          <a:xfrm>
            <a:off x="6550150" y="5918628"/>
            <a:ext cx="676994" cy="218964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等腰三角形 111">
            <a:hlinkHover r:id="" action="ppaction://hlinkshowjump?jump=lastslide"/>
          </p:cNvPr>
          <p:cNvSpPr/>
          <p:nvPr/>
        </p:nvSpPr>
        <p:spPr>
          <a:xfrm>
            <a:off x="4982723" y="5918436"/>
            <a:ext cx="676994" cy="218964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等腰三角形 112">
            <a:hlinkHover r:id="" action="ppaction://hlinkshowjump?jump=lastslide"/>
          </p:cNvPr>
          <p:cNvSpPr/>
          <p:nvPr/>
        </p:nvSpPr>
        <p:spPr>
          <a:xfrm>
            <a:off x="3379984" y="5937796"/>
            <a:ext cx="676994" cy="218964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等腰三角形 113">
            <a:hlinkHover r:id="" action="ppaction://hlinkshowjump?jump=lastslide"/>
          </p:cNvPr>
          <p:cNvSpPr/>
          <p:nvPr/>
        </p:nvSpPr>
        <p:spPr>
          <a:xfrm>
            <a:off x="1768538" y="5934806"/>
            <a:ext cx="676994" cy="218964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等腰三角形 114">
            <a:hlinkHover r:id="" action="ppaction://hlinkshowjump?jump=lastslide"/>
          </p:cNvPr>
          <p:cNvSpPr/>
          <p:nvPr/>
        </p:nvSpPr>
        <p:spPr>
          <a:xfrm rot="10800000">
            <a:off x="7388199" y="5155310"/>
            <a:ext cx="676993" cy="469087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等腰三角形 115">
            <a:hlinkHover r:id="" action="ppaction://hlinkshowjump?jump=lastslide"/>
          </p:cNvPr>
          <p:cNvSpPr/>
          <p:nvPr/>
        </p:nvSpPr>
        <p:spPr>
          <a:xfrm rot="10800000">
            <a:off x="5844457" y="5321708"/>
            <a:ext cx="676993" cy="469087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等腰三角形 116">
            <a:hlinkHover r:id="" action="ppaction://hlinkshowjump?jump=lastslide"/>
          </p:cNvPr>
          <p:cNvSpPr/>
          <p:nvPr/>
        </p:nvSpPr>
        <p:spPr>
          <a:xfrm rot="10800000">
            <a:off x="4247021" y="5125184"/>
            <a:ext cx="676993" cy="469087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等腰三角形 117">
            <a:hlinkHover r:id="" action="ppaction://hlinkshowjump?jump=lastslide"/>
          </p:cNvPr>
          <p:cNvSpPr/>
          <p:nvPr/>
        </p:nvSpPr>
        <p:spPr>
          <a:xfrm rot="10800000">
            <a:off x="2583038" y="5359728"/>
            <a:ext cx="676993" cy="469087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矩形 118">
            <a:hlinkHover r:id="rId2" action="ppaction://hlinksldjump"/>
          </p:cNvPr>
          <p:cNvSpPr/>
          <p:nvPr/>
        </p:nvSpPr>
        <p:spPr>
          <a:xfrm rot="18811015">
            <a:off x="839636" y="5496119"/>
            <a:ext cx="533400" cy="539885"/>
          </a:xfrm>
          <a:prstGeom prst="rect">
            <a:avLst/>
          </a:prstGeom>
          <a:noFill/>
          <a:ln w="76200">
            <a:solidFill>
              <a:schemeClr val="accent1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0" name="矩形 119">
            <a:hlinkHover r:id="rId2" action="ppaction://hlinksldjump"/>
          </p:cNvPr>
          <p:cNvSpPr/>
          <p:nvPr/>
        </p:nvSpPr>
        <p:spPr>
          <a:xfrm>
            <a:off x="839636" y="5496118"/>
            <a:ext cx="533400" cy="539885"/>
          </a:xfrm>
          <a:prstGeom prst="rect">
            <a:avLst/>
          </a:prstGeom>
          <a:noFill/>
          <a:ln w="76200">
            <a:solidFill>
              <a:schemeClr val="accent1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50822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872" y="162420"/>
            <a:ext cx="3071675" cy="954107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600" dirty="0" smtClean="0">
                <a:solidFill>
                  <a:srgbClr val="002060"/>
                </a:solidFill>
              </a:rPr>
              <a:t>Normal</a:t>
            </a:r>
            <a:r>
              <a:rPr lang="en-US" altLang="zh-CN" sz="3600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zh-CN" altLang="en-US" sz="3600" dirty="0" smtClean="0">
                <a:solidFill>
                  <a:schemeClr val="accent2">
                    <a:lumMod val="75000"/>
                  </a:schemeClr>
                </a:solidFill>
              </a:rPr>
              <a:t>第三关</a:t>
            </a:r>
            <a:endParaRPr lang="en-US" altLang="zh-CN" sz="3600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zh-CN" altLang="en-US" sz="2000" dirty="0" smtClean="0">
                <a:solidFill>
                  <a:schemeClr val="accent2">
                    <a:lumMod val="75000"/>
                  </a:schemeClr>
                </a:solidFill>
              </a:rPr>
              <a:t>难度：</a:t>
            </a:r>
            <a:r>
              <a:rPr lang="en-US" altLang="zh-CN" sz="2000" dirty="0" smtClean="0">
                <a:solidFill>
                  <a:schemeClr val="accent2">
                    <a:lumMod val="75000"/>
                  </a:schemeClr>
                </a:solidFill>
              </a:rPr>
              <a:t>1.6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矩形 2">
            <a:hlinkHover r:id="" action="ppaction://hlinkshowjump?jump=lastslide"/>
          </p:cNvPr>
          <p:cNvSpPr/>
          <p:nvPr/>
        </p:nvSpPr>
        <p:spPr>
          <a:xfrm rot="16200000">
            <a:off x="1686741" y="6179836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hlinkHover r:id="" action="ppaction://hlinkshowjump?jump=lastslide"/>
          </p:cNvPr>
          <p:cNvSpPr/>
          <p:nvPr/>
        </p:nvSpPr>
        <p:spPr>
          <a:xfrm rot="16200000">
            <a:off x="-195024" y="5579246"/>
            <a:ext cx="1209366" cy="373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hlinkHover r:id="" action="ppaction://hlinkshowjump?jump=lastslide"/>
          </p:cNvPr>
          <p:cNvSpPr/>
          <p:nvPr/>
        </p:nvSpPr>
        <p:spPr>
          <a:xfrm rot="16200000">
            <a:off x="89051" y="6198150"/>
            <a:ext cx="646730" cy="6077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hlinkHover r:id="" action="ppaction://hlinkshowjump?jump=lastslide"/>
          </p:cNvPr>
          <p:cNvSpPr/>
          <p:nvPr/>
        </p:nvSpPr>
        <p:spPr>
          <a:xfrm rot="16200000">
            <a:off x="988030" y="5919528"/>
            <a:ext cx="414497" cy="11976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hlinkHover r:id="" action="ppaction://hlinkshowjump?jump=lastslide"/>
          </p:cNvPr>
          <p:cNvSpPr/>
          <p:nvPr/>
        </p:nvSpPr>
        <p:spPr>
          <a:xfrm rot="16200000">
            <a:off x="74739" y="4670617"/>
            <a:ext cx="664706" cy="6184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hlinkHover r:id="" action="ppaction://hlinkshowjump?jump=lastslide"/>
          </p:cNvPr>
          <p:cNvSpPr/>
          <p:nvPr/>
        </p:nvSpPr>
        <p:spPr>
          <a:xfrm rot="16200000">
            <a:off x="1686741" y="4608506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hlinkHover r:id="" action="ppaction://hlinkshowjump?jump=lastslide"/>
          </p:cNvPr>
          <p:cNvSpPr/>
          <p:nvPr/>
        </p:nvSpPr>
        <p:spPr>
          <a:xfrm rot="16200000">
            <a:off x="4992138" y="6172909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hlinkHover r:id="" action="ppaction://hlinkshowjump?jump=lastslide"/>
          </p:cNvPr>
          <p:cNvSpPr/>
          <p:nvPr/>
        </p:nvSpPr>
        <p:spPr>
          <a:xfrm rot="16200000">
            <a:off x="3394448" y="6191223"/>
            <a:ext cx="646730" cy="6077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hlinkHover r:id="" action="ppaction://hlinkshowjump?jump=lastslide"/>
          </p:cNvPr>
          <p:cNvSpPr/>
          <p:nvPr/>
        </p:nvSpPr>
        <p:spPr>
          <a:xfrm rot="16200000">
            <a:off x="4293427" y="5912601"/>
            <a:ext cx="414497" cy="11976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hlinkHover r:id="" action="ppaction://hlinkshowjump?jump=lastslide"/>
          </p:cNvPr>
          <p:cNvSpPr/>
          <p:nvPr/>
        </p:nvSpPr>
        <p:spPr>
          <a:xfrm rot="16200000">
            <a:off x="8270780" y="6179836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hlinkHover r:id="" action="ppaction://hlinkshowjump?jump=lastslide"/>
          </p:cNvPr>
          <p:cNvSpPr/>
          <p:nvPr/>
        </p:nvSpPr>
        <p:spPr>
          <a:xfrm rot="16200000">
            <a:off x="6673090" y="6198150"/>
            <a:ext cx="646730" cy="6077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hlinkHover r:id="" action="ppaction://hlinkshowjump?jump=lastslide"/>
          </p:cNvPr>
          <p:cNvSpPr/>
          <p:nvPr/>
        </p:nvSpPr>
        <p:spPr>
          <a:xfrm rot="16200000">
            <a:off x="7572069" y="5919528"/>
            <a:ext cx="414497" cy="11976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hlinkHover r:id="" action="ppaction://hlinkshowjump?jump=lastslide"/>
          </p:cNvPr>
          <p:cNvSpPr/>
          <p:nvPr/>
        </p:nvSpPr>
        <p:spPr>
          <a:xfrm rot="16200000">
            <a:off x="11433073" y="6122578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hlinkHover r:id="" action="ppaction://hlinkshowjump?jump=lastslide"/>
          </p:cNvPr>
          <p:cNvSpPr/>
          <p:nvPr/>
        </p:nvSpPr>
        <p:spPr>
          <a:xfrm rot="16200000">
            <a:off x="9901075" y="6173498"/>
            <a:ext cx="646730" cy="6077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hlinkHover r:id="" action="ppaction://hlinkshowjump?jump=lastslide"/>
          </p:cNvPr>
          <p:cNvSpPr/>
          <p:nvPr/>
        </p:nvSpPr>
        <p:spPr>
          <a:xfrm rot="16200000">
            <a:off x="2673575" y="5906625"/>
            <a:ext cx="414497" cy="11976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hlinkHover r:id="" action="ppaction://hlinkshowjump?jump=lastslide"/>
          </p:cNvPr>
          <p:cNvSpPr/>
          <p:nvPr/>
        </p:nvSpPr>
        <p:spPr>
          <a:xfrm rot="16200000">
            <a:off x="6020029" y="5912600"/>
            <a:ext cx="414497" cy="11976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hlinkHover r:id="" action="ppaction://hlinkshowjump?jump=lastslide"/>
          </p:cNvPr>
          <p:cNvSpPr/>
          <p:nvPr/>
        </p:nvSpPr>
        <p:spPr>
          <a:xfrm rot="16200000">
            <a:off x="9252099" y="5929650"/>
            <a:ext cx="414497" cy="11976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hlinkHover r:id="" action="ppaction://hlinkshowjump?jump=lastslide"/>
          </p:cNvPr>
          <p:cNvSpPr/>
          <p:nvPr/>
        </p:nvSpPr>
        <p:spPr>
          <a:xfrm rot="16200000">
            <a:off x="10799277" y="5878572"/>
            <a:ext cx="414497" cy="11976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hlinkHover r:id="" action="ppaction://hlinkshowjump?jump=lastslide"/>
          </p:cNvPr>
          <p:cNvSpPr/>
          <p:nvPr/>
        </p:nvSpPr>
        <p:spPr>
          <a:xfrm rot="16200000">
            <a:off x="4992139" y="4634441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hlinkHover r:id="" action="ppaction://hlinkshowjump?jump=lastslide"/>
          </p:cNvPr>
          <p:cNvSpPr/>
          <p:nvPr/>
        </p:nvSpPr>
        <p:spPr>
          <a:xfrm rot="16200000">
            <a:off x="3394449" y="4652755"/>
            <a:ext cx="646730" cy="6077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hlinkHover r:id="" action="ppaction://hlinkshowjump?jump=lastslide"/>
          </p:cNvPr>
          <p:cNvSpPr/>
          <p:nvPr/>
        </p:nvSpPr>
        <p:spPr>
          <a:xfrm rot="16200000">
            <a:off x="8270781" y="4641368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hlinkHover r:id="" action="ppaction://hlinkshowjump?jump=lastslide"/>
          </p:cNvPr>
          <p:cNvSpPr/>
          <p:nvPr/>
        </p:nvSpPr>
        <p:spPr>
          <a:xfrm rot="16200000">
            <a:off x="6673091" y="4659682"/>
            <a:ext cx="646730" cy="6077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hlinkHover r:id="" action="ppaction://hlinkshowjump?jump=lastslide"/>
          </p:cNvPr>
          <p:cNvSpPr/>
          <p:nvPr/>
        </p:nvSpPr>
        <p:spPr>
          <a:xfrm rot="16200000">
            <a:off x="11433074" y="4584110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hlinkHover r:id="" action="ppaction://hlinkshowjump?jump=lastslide"/>
          </p:cNvPr>
          <p:cNvSpPr/>
          <p:nvPr/>
        </p:nvSpPr>
        <p:spPr>
          <a:xfrm rot="16200000">
            <a:off x="9901076" y="4635030"/>
            <a:ext cx="646730" cy="6077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hlinkHover r:id="" action="ppaction://hlinkshowjump?jump=lastslide"/>
          </p:cNvPr>
          <p:cNvSpPr/>
          <p:nvPr/>
        </p:nvSpPr>
        <p:spPr>
          <a:xfrm rot="16200000">
            <a:off x="74738" y="3014005"/>
            <a:ext cx="664706" cy="6184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hlinkHover r:id="" action="ppaction://hlinkshowjump?jump=lastslide"/>
          </p:cNvPr>
          <p:cNvSpPr/>
          <p:nvPr/>
        </p:nvSpPr>
        <p:spPr>
          <a:xfrm rot="16200000">
            <a:off x="1686740" y="2951894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hlinkHover r:id="" action="ppaction://hlinkshowjump?jump=lastslide"/>
          </p:cNvPr>
          <p:cNvSpPr/>
          <p:nvPr/>
        </p:nvSpPr>
        <p:spPr>
          <a:xfrm rot="16200000">
            <a:off x="4992138" y="2977829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hlinkHover r:id="" action="ppaction://hlinkshowjump?jump=lastslide"/>
          </p:cNvPr>
          <p:cNvSpPr/>
          <p:nvPr/>
        </p:nvSpPr>
        <p:spPr>
          <a:xfrm rot="16200000">
            <a:off x="3394448" y="2996143"/>
            <a:ext cx="646730" cy="6077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hlinkHover r:id="" action="ppaction://hlinkshowjump?jump=lastslide"/>
          </p:cNvPr>
          <p:cNvSpPr/>
          <p:nvPr/>
        </p:nvSpPr>
        <p:spPr>
          <a:xfrm rot="16200000">
            <a:off x="8270780" y="2984756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hlinkHover r:id="" action="ppaction://hlinkshowjump?jump=lastslide"/>
          </p:cNvPr>
          <p:cNvSpPr/>
          <p:nvPr/>
        </p:nvSpPr>
        <p:spPr>
          <a:xfrm rot="16200000">
            <a:off x="6673090" y="3003070"/>
            <a:ext cx="646730" cy="6077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>
            <a:hlinkHover r:id="" action="ppaction://hlinkshowjump?jump=lastslide"/>
          </p:cNvPr>
          <p:cNvSpPr/>
          <p:nvPr/>
        </p:nvSpPr>
        <p:spPr>
          <a:xfrm rot="16200000">
            <a:off x="11433073" y="2927498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>
            <a:hlinkHover r:id="" action="ppaction://hlinkshowjump?jump=lastslide"/>
          </p:cNvPr>
          <p:cNvSpPr/>
          <p:nvPr/>
        </p:nvSpPr>
        <p:spPr>
          <a:xfrm rot="16200000">
            <a:off x="9901075" y="2978418"/>
            <a:ext cx="646730" cy="6077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>
            <a:hlinkHover r:id="" action="ppaction://hlinkshowjump?jump=lastslide"/>
          </p:cNvPr>
          <p:cNvSpPr/>
          <p:nvPr/>
        </p:nvSpPr>
        <p:spPr>
          <a:xfrm rot="16200000">
            <a:off x="74736" y="1357651"/>
            <a:ext cx="664706" cy="6184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>
            <a:hlinkHover r:id="" action="ppaction://hlinkshowjump?jump=lastslide"/>
          </p:cNvPr>
          <p:cNvSpPr/>
          <p:nvPr/>
        </p:nvSpPr>
        <p:spPr>
          <a:xfrm rot="16200000">
            <a:off x="1025100" y="1155968"/>
            <a:ext cx="354006" cy="9716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>
            <a:hlinkHover r:id="" action="ppaction://hlinkshowjump?jump=lastslide"/>
          </p:cNvPr>
          <p:cNvSpPr/>
          <p:nvPr/>
        </p:nvSpPr>
        <p:spPr>
          <a:xfrm rot="16200000">
            <a:off x="1686738" y="1295540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>
            <a:hlinkHover r:id="" action="ppaction://hlinkshowjump?jump=lastslide"/>
          </p:cNvPr>
          <p:cNvSpPr/>
          <p:nvPr/>
        </p:nvSpPr>
        <p:spPr>
          <a:xfrm rot="16200000">
            <a:off x="4992136" y="1321475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>
            <a:hlinkHover r:id="" action="ppaction://hlinkshowjump?jump=lastslide"/>
          </p:cNvPr>
          <p:cNvSpPr/>
          <p:nvPr/>
        </p:nvSpPr>
        <p:spPr>
          <a:xfrm rot="16200000">
            <a:off x="3394446" y="1339789"/>
            <a:ext cx="646730" cy="6077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hlinkHover r:id="" action="ppaction://hlinkshowjump?jump=lastslide"/>
          </p:cNvPr>
          <p:cNvSpPr/>
          <p:nvPr/>
        </p:nvSpPr>
        <p:spPr>
          <a:xfrm rot="16200000">
            <a:off x="8278280" y="1407892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>
            <a:hlinkHover r:id="" action="ppaction://hlinkshowjump?jump=lastslide"/>
          </p:cNvPr>
          <p:cNvSpPr/>
          <p:nvPr/>
        </p:nvSpPr>
        <p:spPr>
          <a:xfrm rot="16200000">
            <a:off x="6673088" y="1346716"/>
            <a:ext cx="646730" cy="6077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>
            <a:hlinkHover r:id="" action="ppaction://hlinkshowjump?jump=lastslide"/>
          </p:cNvPr>
          <p:cNvSpPr/>
          <p:nvPr/>
        </p:nvSpPr>
        <p:spPr>
          <a:xfrm rot="16200000">
            <a:off x="11404583" y="1315933"/>
            <a:ext cx="736314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>
            <a:hlinkHover r:id="" action="ppaction://hlinkshowjump?jump=lastslide"/>
          </p:cNvPr>
          <p:cNvSpPr/>
          <p:nvPr/>
        </p:nvSpPr>
        <p:spPr>
          <a:xfrm rot="16200000">
            <a:off x="9954425" y="1385687"/>
            <a:ext cx="540029" cy="6077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>
            <a:hlinkHover r:id="" action="ppaction://hlinkshowjump?jump=lastslide"/>
          </p:cNvPr>
          <p:cNvSpPr/>
          <p:nvPr/>
        </p:nvSpPr>
        <p:spPr>
          <a:xfrm rot="16200000">
            <a:off x="2673573" y="1055191"/>
            <a:ext cx="414497" cy="11976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>
            <a:hlinkHover r:id="" action="ppaction://hlinkshowjump?jump=lastslide"/>
          </p:cNvPr>
          <p:cNvSpPr/>
          <p:nvPr/>
        </p:nvSpPr>
        <p:spPr>
          <a:xfrm rot="16200000">
            <a:off x="11187460" y="5478372"/>
            <a:ext cx="1209366" cy="373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>
            <a:hlinkHover r:id="" action="ppaction://hlinkshowjump?jump=lastslide"/>
          </p:cNvPr>
          <p:cNvSpPr/>
          <p:nvPr/>
        </p:nvSpPr>
        <p:spPr>
          <a:xfrm rot="16200000">
            <a:off x="3415040" y="74057"/>
            <a:ext cx="664706" cy="6184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矩形 71">
            <a:hlinkHover r:id="" action="ppaction://hlinkshowjump?jump=lastslide"/>
          </p:cNvPr>
          <p:cNvSpPr/>
          <p:nvPr/>
        </p:nvSpPr>
        <p:spPr>
          <a:xfrm rot="16200000">
            <a:off x="4365404" y="-127626"/>
            <a:ext cx="354006" cy="9716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>
            <a:hlinkHover r:id="" action="ppaction://hlinkshowjump?jump=lastslide"/>
          </p:cNvPr>
          <p:cNvSpPr/>
          <p:nvPr/>
        </p:nvSpPr>
        <p:spPr>
          <a:xfrm rot="16200000">
            <a:off x="5027042" y="11946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>
            <a:hlinkHover r:id="" action="ppaction://hlinkshowjump?jump=lastslide"/>
          </p:cNvPr>
          <p:cNvSpPr/>
          <p:nvPr/>
        </p:nvSpPr>
        <p:spPr>
          <a:xfrm rot="16200000">
            <a:off x="8332440" y="37881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>
            <a:hlinkHover r:id="" action="ppaction://hlinkshowjump?jump=lastslide"/>
          </p:cNvPr>
          <p:cNvSpPr/>
          <p:nvPr/>
        </p:nvSpPr>
        <p:spPr>
          <a:xfrm rot="16200000">
            <a:off x="6734750" y="56195"/>
            <a:ext cx="646730" cy="6077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>
            <a:hlinkHover r:id="" action="ppaction://hlinkshowjump?jump=lastslide"/>
          </p:cNvPr>
          <p:cNvSpPr/>
          <p:nvPr/>
        </p:nvSpPr>
        <p:spPr>
          <a:xfrm rot="16200000">
            <a:off x="7633729" y="-222427"/>
            <a:ext cx="414497" cy="11976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 76">
            <a:hlinkHover r:id="" action="ppaction://hlinkshowjump?jump=lastslide"/>
          </p:cNvPr>
          <p:cNvSpPr/>
          <p:nvPr/>
        </p:nvSpPr>
        <p:spPr>
          <a:xfrm rot="16200000">
            <a:off x="11433071" y="11946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 77">
            <a:hlinkHover r:id="" action="ppaction://hlinkshowjump?jump=lastslide"/>
          </p:cNvPr>
          <p:cNvSpPr/>
          <p:nvPr/>
        </p:nvSpPr>
        <p:spPr>
          <a:xfrm rot="16200000">
            <a:off x="10013392" y="63122"/>
            <a:ext cx="646730" cy="6077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hlinkHover r:id="" action="ppaction://hlinkshowjump?jump=lastslide"/>
          </p:cNvPr>
          <p:cNvSpPr/>
          <p:nvPr/>
        </p:nvSpPr>
        <p:spPr>
          <a:xfrm rot="16200000">
            <a:off x="10770282" y="-73411"/>
            <a:ext cx="414497" cy="9134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>
            <a:hlinkHover r:id="" action="ppaction://hlinkshowjump?jump=lastslide"/>
          </p:cNvPr>
          <p:cNvSpPr/>
          <p:nvPr/>
        </p:nvSpPr>
        <p:spPr>
          <a:xfrm rot="16200000">
            <a:off x="6013877" y="-228403"/>
            <a:ext cx="414497" cy="11976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>
            <a:hlinkHover r:id="" action="ppaction://hlinkshowjump?jump=lastslide"/>
          </p:cNvPr>
          <p:cNvSpPr/>
          <p:nvPr/>
        </p:nvSpPr>
        <p:spPr>
          <a:xfrm rot="16200000">
            <a:off x="9360331" y="-222428"/>
            <a:ext cx="414497" cy="11976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矩形 83">
            <a:hlinkHover r:id="" action="ppaction://hlinkshowjump?jump=lastslide"/>
          </p:cNvPr>
          <p:cNvSpPr/>
          <p:nvPr/>
        </p:nvSpPr>
        <p:spPr>
          <a:xfrm rot="16200000">
            <a:off x="11168055" y="3978215"/>
            <a:ext cx="1209366" cy="373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>
            <a:hlinkHover r:id="" action="ppaction://hlinkshowjump?jump=lastslide"/>
          </p:cNvPr>
          <p:cNvSpPr/>
          <p:nvPr/>
        </p:nvSpPr>
        <p:spPr>
          <a:xfrm rot="16200000">
            <a:off x="11187461" y="2289651"/>
            <a:ext cx="1209366" cy="373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矩形 85">
            <a:hlinkHover r:id="" action="ppaction://hlinkshowjump?jump=lastslide"/>
          </p:cNvPr>
          <p:cNvSpPr/>
          <p:nvPr/>
        </p:nvSpPr>
        <p:spPr>
          <a:xfrm rot="16200000">
            <a:off x="11206293" y="845008"/>
            <a:ext cx="1209366" cy="373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>
            <a:hlinkHover r:id="" action="ppaction://hlinkshowjump?jump=lastslide"/>
          </p:cNvPr>
          <p:cNvSpPr/>
          <p:nvPr/>
        </p:nvSpPr>
        <p:spPr>
          <a:xfrm rot="16200000">
            <a:off x="3139439" y="794243"/>
            <a:ext cx="1209366" cy="373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矩形 87">
            <a:hlinkHover r:id="" action="ppaction://hlinkshowjump?jump=lastslide"/>
          </p:cNvPr>
          <p:cNvSpPr/>
          <p:nvPr/>
        </p:nvSpPr>
        <p:spPr>
          <a:xfrm rot="16200000">
            <a:off x="-223279" y="2289651"/>
            <a:ext cx="1209366" cy="373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矩形 88">
            <a:hlinkHover r:id="" action="ppaction://hlinkshowjump?jump=lastslide"/>
          </p:cNvPr>
          <p:cNvSpPr/>
          <p:nvPr/>
        </p:nvSpPr>
        <p:spPr>
          <a:xfrm rot="16200000">
            <a:off x="-256218" y="3973370"/>
            <a:ext cx="1209366" cy="373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矩形 89">
            <a:hlinkHover r:id="" action="ppaction://hlinkshowjump?jump=lastslide"/>
          </p:cNvPr>
          <p:cNvSpPr/>
          <p:nvPr/>
        </p:nvSpPr>
        <p:spPr>
          <a:xfrm rot="16200000">
            <a:off x="8014141" y="3964744"/>
            <a:ext cx="1209366" cy="373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>
            <a:hlinkHover r:id="" action="ppaction://hlinkshowjump?jump=lastslide"/>
          </p:cNvPr>
          <p:cNvSpPr/>
          <p:nvPr/>
        </p:nvSpPr>
        <p:spPr>
          <a:xfrm rot="16200000">
            <a:off x="4709655" y="3990233"/>
            <a:ext cx="1209366" cy="373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>
            <a:hlinkHover r:id="" action="ppaction://hlinkshowjump?jump=lastslide"/>
          </p:cNvPr>
          <p:cNvSpPr/>
          <p:nvPr/>
        </p:nvSpPr>
        <p:spPr>
          <a:xfrm rot="16200000">
            <a:off x="4750461" y="2268726"/>
            <a:ext cx="1209366" cy="373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>
            <a:hlinkHover r:id="" action="ppaction://hlinkshowjump?jump=lastslide"/>
          </p:cNvPr>
          <p:cNvSpPr/>
          <p:nvPr/>
        </p:nvSpPr>
        <p:spPr>
          <a:xfrm rot="16200000">
            <a:off x="6437880" y="801023"/>
            <a:ext cx="1209366" cy="373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矩形 94">
            <a:hlinkHover r:id="" action="ppaction://hlinkshowjump?jump=lastslide"/>
          </p:cNvPr>
          <p:cNvSpPr/>
          <p:nvPr/>
        </p:nvSpPr>
        <p:spPr>
          <a:xfrm rot="16200000">
            <a:off x="950874" y="4395822"/>
            <a:ext cx="414497" cy="11976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矩形 95">
            <a:hlinkHover r:id="" action="ppaction://hlinkshowjump?jump=lastslide"/>
          </p:cNvPr>
          <p:cNvSpPr/>
          <p:nvPr/>
        </p:nvSpPr>
        <p:spPr>
          <a:xfrm rot="16200000">
            <a:off x="4727123" y="5531535"/>
            <a:ext cx="1209366" cy="373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矩形 98">
            <a:hlinkHover r:id="" action="ppaction://hlinkshowjump?jump=lastslide"/>
          </p:cNvPr>
          <p:cNvSpPr/>
          <p:nvPr/>
        </p:nvSpPr>
        <p:spPr>
          <a:xfrm rot="16200000">
            <a:off x="4273727" y="2787689"/>
            <a:ext cx="414497" cy="10246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矩形 99">
            <a:hlinkHover r:id="" action="ppaction://hlinkshowjump?jump=lastslide"/>
          </p:cNvPr>
          <p:cNvSpPr/>
          <p:nvPr/>
        </p:nvSpPr>
        <p:spPr>
          <a:xfrm rot="16200000">
            <a:off x="7645559" y="4368140"/>
            <a:ext cx="414497" cy="11976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矩形 100">
            <a:hlinkHover r:id="" action="ppaction://hlinkshowjump?jump=lastslide"/>
          </p:cNvPr>
          <p:cNvSpPr/>
          <p:nvPr/>
        </p:nvSpPr>
        <p:spPr>
          <a:xfrm rot="16200000">
            <a:off x="6050015" y="2717521"/>
            <a:ext cx="414497" cy="11976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矩形 101">
            <a:hlinkHover r:id="" action="ppaction://hlinkshowjump?jump=lastslide"/>
          </p:cNvPr>
          <p:cNvSpPr/>
          <p:nvPr/>
        </p:nvSpPr>
        <p:spPr>
          <a:xfrm rot="16200000">
            <a:off x="2668183" y="4395823"/>
            <a:ext cx="414497" cy="11976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矩形 102">
            <a:hlinkHover r:id="" action="ppaction://hlinkshowjump?jump=lastslide"/>
          </p:cNvPr>
          <p:cNvSpPr/>
          <p:nvPr/>
        </p:nvSpPr>
        <p:spPr>
          <a:xfrm rot="16200000">
            <a:off x="2630463" y="2700301"/>
            <a:ext cx="414497" cy="11976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矩形 104">
            <a:hlinkHover r:id="" action="ppaction://hlinkshowjump?jump=lastslide"/>
          </p:cNvPr>
          <p:cNvSpPr/>
          <p:nvPr/>
        </p:nvSpPr>
        <p:spPr>
          <a:xfrm rot="16200000">
            <a:off x="9624867" y="5496898"/>
            <a:ext cx="1209366" cy="373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矩形 105">
            <a:hlinkHover r:id="" action="ppaction://hlinkshowjump?jump=lastslide"/>
          </p:cNvPr>
          <p:cNvSpPr/>
          <p:nvPr/>
        </p:nvSpPr>
        <p:spPr>
          <a:xfrm rot="16200000">
            <a:off x="9627302" y="3941441"/>
            <a:ext cx="1209366" cy="373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矩形 106">
            <a:hlinkHover r:id="" action="ppaction://hlinkshowjump?jump=lastslide"/>
          </p:cNvPr>
          <p:cNvSpPr/>
          <p:nvPr/>
        </p:nvSpPr>
        <p:spPr>
          <a:xfrm rot="16200000">
            <a:off x="8028910" y="2268726"/>
            <a:ext cx="1209366" cy="373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矩形 108">
            <a:hlinkHover r:id="" action="ppaction://hlinkshowjump?jump=lastslide"/>
          </p:cNvPr>
          <p:cNvSpPr/>
          <p:nvPr/>
        </p:nvSpPr>
        <p:spPr>
          <a:xfrm rot="16200000">
            <a:off x="9303850" y="972642"/>
            <a:ext cx="305795" cy="11976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矩形 109">
            <a:hlinkHover r:id="" action="ppaction://hlinkshowjump?jump=lastslide"/>
          </p:cNvPr>
          <p:cNvSpPr/>
          <p:nvPr/>
        </p:nvSpPr>
        <p:spPr>
          <a:xfrm rot="16200000">
            <a:off x="7047582" y="2740892"/>
            <a:ext cx="439200" cy="4492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矩形 110">
            <a:hlinkHover r:id="" action="ppaction://hlinkshowjump?jump=lastslide"/>
          </p:cNvPr>
          <p:cNvSpPr/>
          <p:nvPr/>
        </p:nvSpPr>
        <p:spPr>
          <a:xfrm rot="16200000">
            <a:off x="7984588" y="1204779"/>
            <a:ext cx="439200" cy="4492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矩形 111">
            <a:hlinkHover r:id="" action="ppaction://hlinkshowjump?jump=lastslide"/>
          </p:cNvPr>
          <p:cNvSpPr/>
          <p:nvPr/>
        </p:nvSpPr>
        <p:spPr>
          <a:xfrm rot="16200000">
            <a:off x="6449556" y="1802712"/>
            <a:ext cx="439200" cy="4492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矩形 112">
            <a:hlinkHover r:id="" action="ppaction://hlinkshowjump?jump=lastslide"/>
          </p:cNvPr>
          <p:cNvSpPr/>
          <p:nvPr/>
        </p:nvSpPr>
        <p:spPr>
          <a:xfrm rot="16200000">
            <a:off x="7142394" y="1761438"/>
            <a:ext cx="439200" cy="4492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矩形 113">
            <a:hlinkHover r:id="" action="ppaction://hlinkshowjump?jump=lastslide"/>
          </p:cNvPr>
          <p:cNvSpPr/>
          <p:nvPr/>
        </p:nvSpPr>
        <p:spPr>
          <a:xfrm rot="16200000">
            <a:off x="7039121" y="3471435"/>
            <a:ext cx="439200" cy="4492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矩形 114">
            <a:hlinkHover r:id="" action="ppaction://hlinkshowjump?jump=lastslide"/>
          </p:cNvPr>
          <p:cNvSpPr/>
          <p:nvPr/>
        </p:nvSpPr>
        <p:spPr>
          <a:xfrm rot="16200000">
            <a:off x="6512930" y="4415318"/>
            <a:ext cx="439200" cy="4492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矩形 115">
            <a:hlinkHover r:id="" action="ppaction://hlinkshowjump?jump=lastslide"/>
          </p:cNvPr>
          <p:cNvSpPr/>
          <p:nvPr/>
        </p:nvSpPr>
        <p:spPr>
          <a:xfrm rot="16200000">
            <a:off x="6542141" y="5115678"/>
            <a:ext cx="439200" cy="4492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矩形 116">
            <a:hlinkHover r:id="" action="ppaction://hlinkshowjump?jump=lastslide"/>
          </p:cNvPr>
          <p:cNvSpPr/>
          <p:nvPr/>
        </p:nvSpPr>
        <p:spPr>
          <a:xfrm rot="16200000">
            <a:off x="9685592" y="2714963"/>
            <a:ext cx="439200" cy="4492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矩形 117">
            <a:hlinkHover r:id="" action="ppaction://hlinkshowjump?jump=lastslide"/>
          </p:cNvPr>
          <p:cNvSpPr/>
          <p:nvPr/>
        </p:nvSpPr>
        <p:spPr>
          <a:xfrm rot="16200000">
            <a:off x="10296725" y="2764852"/>
            <a:ext cx="439200" cy="4492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矩形 118">
            <a:hlinkHover r:id="" action="ppaction://hlinkshowjump?jump=lastslide"/>
          </p:cNvPr>
          <p:cNvSpPr/>
          <p:nvPr/>
        </p:nvSpPr>
        <p:spPr>
          <a:xfrm rot="16200000">
            <a:off x="8420276" y="5222139"/>
            <a:ext cx="439200" cy="4492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矩形 119">
            <a:hlinkHover r:id="" action="ppaction://hlinkshowjump?jump=lastslide"/>
          </p:cNvPr>
          <p:cNvSpPr/>
          <p:nvPr/>
        </p:nvSpPr>
        <p:spPr>
          <a:xfrm rot="16200000">
            <a:off x="8920935" y="4701494"/>
            <a:ext cx="439200" cy="4492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矩形 121">
            <a:hlinkHover r:id="" action="ppaction://hlinkshowjump?jump=lastslide"/>
          </p:cNvPr>
          <p:cNvSpPr/>
          <p:nvPr/>
        </p:nvSpPr>
        <p:spPr>
          <a:xfrm rot="16200000">
            <a:off x="8920935" y="2017569"/>
            <a:ext cx="439200" cy="4492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矩形 122">
            <a:hlinkHover r:id="" action="ppaction://hlinkshowjump?jump=lastslide"/>
          </p:cNvPr>
          <p:cNvSpPr/>
          <p:nvPr/>
        </p:nvSpPr>
        <p:spPr>
          <a:xfrm rot="16200000">
            <a:off x="10940773" y="1861403"/>
            <a:ext cx="549111" cy="651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矩形 123">
            <a:hlinkHover r:id="" action="ppaction://hlinkshowjump?jump=lastslide"/>
          </p:cNvPr>
          <p:cNvSpPr/>
          <p:nvPr/>
        </p:nvSpPr>
        <p:spPr>
          <a:xfrm rot="16200000">
            <a:off x="5668884" y="4751223"/>
            <a:ext cx="439200" cy="4492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矩形 124">
            <a:hlinkHover r:id="" action="ppaction://hlinkshowjump?jump=lastslide"/>
          </p:cNvPr>
          <p:cNvSpPr/>
          <p:nvPr/>
        </p:nvSpPr>
        <p:spPr>
          <a:xfrm rot="16200000">
            <a:off x="5593657" y="2616005"/>
            <a:ext cx="439200" cy="4492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矩形 125">
            <a:hlinkHover r:id="" action="ppaction://hlinkshowjump?jump=lastslide"/>
          </p:cNvPr>
          <p:cNvSpPr/>
          <p:nvPr/>
        </p:nvSpPr>
        <p:spPr>
          <a:xfrm rot="16200000">
            <a:off x="5619173" y="3593023"/>
            <a:ext cx="439200" cy="4492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矩形 126">
            <a:hlinkHover r:id="" action="ppaction://hlinkshowjump?jump=lastslide"/>
          </p:cNvPr>
          <p:cNvSpPr/>
          <p:nvPr/>
        </p:nvSpPr>
        <p:spPr>
          <a:xfrm rot="16200000">
            <a:off x="4634846" y="2606711"/>
            <a:ext cx="439200" cy="4492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矩形 127">
            <a:hlinkHover r:id="" action="ppaction://hlinkshowjump?jump=lastslide"/>
          </p:cNvPr>
          <p:cNvSpPr/>
          <p:nvPr/>
        </p:nvSpPr>
        <p:spPr>
          <a:xfrm rot="16200000">
            <a:off x="4742005" y="1064562"/>
            <a:ext cx="439200" cy="4492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矩形 128">
            <a:hlinkHover r:id="" action="ppaction://hlinkshowjump?jump=lastslide"/>
          </p:cNvPr>
          <p:cNvSpPr/>
          <p:nvPr/>
        </p:nvSpPr>
        <p:spPr>
          <a:xfrm rot="16200000">
            <a:off x="5488914" y="1044550"/>
            <a:ext cx="439200" cy="4492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矩形 129">
            <a:hlinkHover r:id="" action="ppaction://hlinkshowjump?jump=lastslide"/>
          </p:cNvPr>
          <p:cNvSpPr/>
          <p:nvPr/>
        </p:nvSpPr>
        <p:spPr>
          <a:xfrm rot="16200000">
            <a:off x="4603728" y="3567861"/>
            <a:ext cx="439200" cy="4492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矩形 132">
            <a:hlinkHover r:id="" action="ppaction://hlinkshowjump?jump=lastslide"/>
          </p:cNvPr>
          <p:cNvSpPr/>
          <p:nvPr/>
        </p:nvSpPr>
        <p:spPr>
          <a:xfrm rot="16200000">
            <a:off x="5607604" y="5825651"/>
            <a:ext cx="439200" cy="4492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矩形 133">
            <a:hlinkHover r:id="" action="ppaction://hlinkshowjump?jump=lastslide"/>
          </p:cNvPr>
          <p:cNvSpPr/>
          <p:nvPr/>
        </p:nvSpPr>
        <p:spPr>
          <a:xfrm rot="16200000">
            <a:off x="9598517" y="3847370"/>
            <a:ext cx="439200" cy="4492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矩形 134">
            <a:hlinkHover r:id="" action="ppaction://hlinkshowjump?jump=lastslide"/>
          </p:cNvPr>
          <p:cNvSpPr/>
          <p:nvPr/>
        </p:nvSpPr>
        <p:spPr>
          <a:xfrm rot="16200000">
            <a:off x="10430293" y="3851021"/>
            <a:ext cx="439200" cy="4492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矩形 142">
            <a:hlinkHover r:id="rId2" action="ppaction://hlinksldjump"/>
          </p:cNvPr>
          <p:cNvSpPr/>
          <p:nvPr/>
        </p:nvSpPr>
        <p:spPr>
          <a:xfrm rot="18811015">
            <a:off x="10710572" y="5446679"/>
            <a:ext cx="533400" cy="539885"/>
          </a:xfrm>
          <a:prstGeom prst="rect">
            <a:avLst/>
          </a:prstGeom>
          <a:noFill/>
          <a:ln w="76200">
            <a:solidFill>
              <a:schemeClr val="accent1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4" name="矩形 143">
            <a:hlinkHover r:id="rId2" action="ppaction://hlinksldjump"/>
          </p:cNvPr>
          <p:cNvSpPr/>
          <p:nvPr/>
        </p:nvSpPr>
        <p:spPr>
          <a:xfrm>
            <a:off x="10710572" y="5446678"/>
            <a:ext cx="533400" cy="539885"/>
          </a:xfrm>
          <a:prstGeom prst="rect">
            <a:avLst/>
          </a:prstGeom>
          <a:noFill/>
          <a:ln w="76200">
            <a:solidFill>
              <a:schemeClr val="accent1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46" name="矩形 145">
            <a:hlinkHover r:id="" action="ppaction://hlinkshowjump?jump=lastslide"/>
          </p:cNvPr>
          <p:cNvSpPr/>
          <p:nvPr/>
        </p:nvSpPr>
        <p:spPr>
          <a:xfrm rot="16200000">
            <a:off x="10430294" y="1078814"/>
            <a:ext cx="439200" cy="4492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矩形 146">
            <a:hlinkHover r:id="" action="ppaction://hlinkshowjump?jump=lastslide"/>
          </p:cNvPr>
          <p:cNvSpPr/>
          <p:nvPr/>
        </p:nvSpPr>
        <p:spPr>
          <a:xfrm rot="16200000">
            <a:off x="9216778" y="605630"/>
            <a:ext cx="511767" cy="4115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矩形 147">
            <a:hlinkHover r:id="" action="ppaction://hlinkshowjump?jump=lastslide"/>
          </p:cNvPr>
          <p:cNvSpPr/>
          <p:nvPr/>
        </p:nvSpPr>
        <p:spPr>
          <a:xfrm rot="16200000">
            <a:off x="9183560" y="5494102"/>
            <a:ext cx="552417" cy="5599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9" name="矩形 148">
            <a:hlinkHover r:id="" action="ppaction://hlinkshowjump?jump=lastslide"/>
          </p:cNvPr>
          <p:cNvSpPr/>
          <p:nvPr/>
        </p:nvSpPr>
        <p:spPr>
          <a:xfrm rot="16200000">
            <a:off x="7219482" y="5269293"/>
            <a:ext cx="985542" cy="4113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文本框 149"/>
          <p:cNvSpPr txBox="1"/>
          <p:nvPr/>
        </p:nvSpPr>
        <p:spPr>
          <a:xfrm>
            <a:off x="7577311" y="1821908"/>
            <a:ext cx="782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简单⬆️</a:t>
            </a:r>
            <a:endParaRPr lang="zh-CN" altLang="en-US" dirty="0"/>
          </a:p>
        </p:txBody>
      </p:sp>
      <p:sp>
        <p:nvSpPr>
          <p:cNvPr id="151" name="文本框 150"/>
          <p:cNvSpPr txBox="1"/>
          <p:nvPr/>
        </p:nvSpPr>
        <p:spPr>
          <a:xfrm>
            <a:off x="7522578" y="3038280"/>
            <a:ext cx="782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还行</a:t>
            </a:r>
            <a:r>
              <a:rPr lang="zh-CN" altLang="en-US" dirty="0" smtClean="0"/>
              <a:t>⬇️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1411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872" y="162420"/>
            <a:ext cx="3071675" cy="954107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600" dirty="0" smtClean="0">
                <a:solidFill>
                  <a:srgbClr val="002060"/>
                </a:solidFill>
              </a:rPr>
              <a:t>Normal</a:t>
            </a:r>
            <a:r>
              <a:rPr lang="en-US" altLang="zh-CN" sz="3600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zh-CN" altLang="en-US" sz="3600" dirty="0" smtClean="0">
                <a:solidFill>
                  <a:schemeClr val="accent2">
                    <a:lumMod val="75000"/>
                  </a:schemeClr>
                </a:solidFill>
              </a:rPr>
              <a:t>第四关</a:t>
            </a:r>
            <a:endParaRPr lang="en-US" altLang="zh-CN" sz="3600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zh-CN" altLang="en-US" sz="2000" dirty="0" smtClean="0">
                <a:solidFill>
                  <a:schemeClr val="accent2">
                    <a:lumMod val="75000"/>
                  </a:schemeClr>
                </a:solidFill>
              </a:rPr>
              <a:t>难度：</a:t>
            </a:r>
            <a:r>
              <a:rPr lang="en-US" altLang="zh-CN" sz="2000" dirty="0" smtClean="0">
                <a:solidFill>
                  <a:schemeClr val="accent5">
                    <a:lumMod val="75000"/>
                  </a:schemeClr>
                </a:solidFill>
              </a:rPr>
              <a:t>2.0</a:t>
            </a:r>
            <a:endParaRPr lang="zh-CN" alt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矩形 2">
            <a:hlinkHover r:id="" action="ppaction://hlinkshowjump?jump=lastslide"/>
          </p:cNvPr>
          <p:cNvSpPr/>
          <p:nvPr/>
        </p:nvSpPr>
        <p:spPr>
          <a:xfrm rot="16200000">
            <a:off x="11433073" y="6122578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hlinkHover r:id="" action="ppaction://hlinkshowjump?jump=lastslide"/>
          </p:cNvPr>
          <p:cNvSpPr/>
          <p:nvPr/>
        </p:nvSpPr>
        <p:spPr>
          <a:xfrm rot="16200000">
            <a:off x="9901075" y="6173498"/>
            <a:ext cx="646730" cy="6077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hlinkHover r:id="" action="ppaction://hlinkshowjump?jump=lastslide"/>
          </p:cNvPr>
          <p:cNvSpPr/>
          <p:nvPr/>
        </p:nvSpPr>
        <p:spPr>
          <a:xfrm rot="16200000">
            <a:off x="10799277" y="5878572"/>
            <a:ext cx="414497" cy="11976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hlinkHover r:id="" action="ppaction://hlinkshowjump?jump=lastslide"/>
          </p:cNvPr>
          <p:cNvSpPr/>
          <p:nvPr/>
        </p:nvSpPr>
        <p:spPr>
          <a:xfrm rot="16200000">
            <a:off x="11433074" y="4584110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hlinkHover r:id="" action="ppaction://hlinkshowjump?jump=lastslide"/>
          </p:cNvPr>
          <p:cNvSpPr/>
          <p:nvPr/>
        </p:nvSpPr>
        <p:spPr>
          <a:xfrm rot="16200000">
            <a:off x="9901076" y="4635030"/>
            <a:ext cx="646730" cy="6077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hlinkHover r:id="" action="ppaction://hlinkshowjump?jump=lastslide"/>
          </p:cNvPr>
          <p:cNvSpPr/>
          <p:nvPr/>
        </p:nvSpPr>
        <p:spPr>
          <a:xfrm rot="16200000">
            <a:off x="11187460" y="5478372"/>
            <a:ext cx="1209366" cy="373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hlinkHover r:id="" action="ppaction://hlinkshowjump?jump=lastslide"/>
          </p:cNvPr>
          <p:cNvSpPr/>
          <p:nvPr/>
        </p:nvSpPr>
        <p:spPr>
          <a:xfrm rot="16200000">
            <a:off x="9624867" y="5496898"/>
            <a:ext cx="1209366" cy="373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hlinkHover r:id="rId2" action="ppaction://hlinksldjump"/>
          </p:cNvPr>
          <p:cNvSpPr/>
          <p:nvPr/>
        </p:nvSpPr>
        <p:spPr>
          <a:xfrm rot="18811015">
            <a:off x="899950" y="2791823"/>
            <a:ext cx="533400" cy="539885"/>
          </a:xfrm>
          <a:prstGeom prst="rect">
            <a:avLst/>
          </a:prstGeom>
          <a:noFill/>
          <a:ln w="76200">
            <a:solidFill>
              <a:schemeClr val="accent1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矩形 12">
            <a:hlinkHover r:id="rId2" action="ppaction://hlinksldjump"/>
          </p:cNvPr>
          <p:cNvSpPr/>
          <p:nvPr/>
        </p:nvSpPr>
        <p:spPr>
          <a:xfrm>
            <a:off x="899950" y="2791822"/>
            <a:ext cx="533400" cy="539885"/>
          </a:xfrm>
          <a:prstGeom prst="rect">
            <a:avLst/>
          </a:prstGeom>
          <a:noFill/>
          <a:ln w="76200">
            <a:solidFill>
              <a:schemeClr val="accent1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5" name="矩形 14">
            <a:hlinkHover r:id="" action="ppaction://hlinkshowjump?jump=lastslide"/>
          </p:cNvPr>
          <p:cNvSpPr/>
          <p:nvPr/>
        </p:nvSpPr>
        <p:spPr>
          <a:xfrm rot="18673133">
            <a:off x="3813798" y="239003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hlinkHover r:id="" action="ppaction://hlinkshowjump?jump=lastslide"/>
          </p:cNvPr>
          <p:cNvSpPr/>
          <p:nvPr/>
        </p:nvSpPr>
        <p:spPr>
          <a:xfrm rot="18673133">
            <a:off x="7008284" y="238547"/>
            <a:ext cx="646730" cy="6077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hlinkHover r:id="" action="ppaction://hlinkshowjump?jump=lastslide"/>
          </p:cNvPr>
          <p:cNvSpPr/>
          <p:nvPr/>
        </p:nvSpPr>
        <p:spPr>
          <a:xfrm rot="18673133">
            <a:off x="3918753" y="5881491"/>
            <a:ext cx="1209366" cy="373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hlinkHover r:id="" action="ppaction://hlinkshowjump?jump=lastslide"/>
          </p:cNvPr>
          <p:cNvSpPr/>
          <p:nvPr/>
        </p:nvSpPr>
        <p:spPr>
          <a:xfrm rot="20943558">
            <a:off x="9313413" y="284402"/>
            <a:ext cx="1209366" cy="373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hlinkHover r:id="" action="ppaction://hlinkshowjump?jump=lastslide"/>
          </p:cNvPr>
          <p:cNvSpPr/>
          <p:nvPr/>
        </p:nvSpPr>
        <p:spPr>
          <a:xfrm rot="18673133">
            <a:off x="967115" y="5305681"/>
            <a:ext cx="414497" cy="10246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hlinkHover r:id="" action="ppaction://hlinkshowjump?jump=lastslide"/>
          </p:cNvPr>
          <p:cNvSpPr/>
          <p:nvPr/>
        </p:nvSpPr>
        <p:spPr>
          <a:xfrm rot="16200000">
            <a:off x="8071799" y="51955"/>
            <a:ext cx="414497" cy="8385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hlinkHover r:id="" action="ppaction://hlinkshowjump?jump=lastslide"/>
          </p:cNvPr>
          <p:cNvSpPr/>
          <p:nvPr/>
        </p:nvSpPr>
        <p:spPr>
          <a:xfrm rot="18673133">
            <a:off x="8845611" y="334262"/>
            <a:ext cx="439200" cy="4492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hlinkHover r:id="" action="ppaction://hlinkshowjump?jump=lastslide"/>
          </p:cNvPr>
          <p:cNvSpPr/>
          <p:nvPr/>
        </p:nvSpPr>
        <p:spPr>
          <a:xfrm rot="18673133">
            <a:off x="5461988" y="6087587"/>
            <a:ext cx="439200" cy="4492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hlinkHover r:id="" action="ppaction://hlinkshowjump?jump=lastslide"/>
          </p:cNvPr>
          <p:cNvSpPr/>
          <p:nvPr/>
        </p:nvSpPr>
        <p:spPr>
          <a:xfrm rot="18673133">
            <a:off x="2976827" y="3105531"/>
            <a:ext cx="439200" cy="4492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hlinkHover r:id="" action="ppaction://hlinkshowjump?jump=lastslide"/>
          </p:cNvPr>
          <p:cNvSpPr/>
          <p:nvPr/>
        </p:nvSpPr>
        <p:spPr>
          <a:xfrm rot="18673133">
            <a:off x="87187" y="2270234"/>
            <a:ext cx="439200" cy="4492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hlinkHover r:id="" action="ppaction://hlinkshowjump?jump=lastslide"/>
          </p:cNvPr>
          <p:cNvSpPr/>
          <p:nvPr/>
        </p:nvSpPr>
        <p:spPr>
          <a:xfrm rot="18673133">
            <a:off x="4777266" y="5857198"/>
            <a:ext cx="646730" cy="6077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hlinkHover r:id="" action="ppaction://hlinkshowjump?jump=lastslide"/>
          </p:cNvPr>
          <p:cNvSpPr/>
          <p:nvPr/>
        </p:nvSpPr>
        <p:spPr>
          <a:xfrm rot="18673133">
            <a:off x="404087" y="5078500"/>
            <a:ext cx="646730" cy="6077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hlinkHover r:id="" action="ppaction://hlinkshowjump?jump=lastslide"/>
          </p:cNvPr>
          <p:cNvSpPr/>
          <p:nvPr/>
        </p:nvSpPr>
        <p:spPr>
          <a:xfrm rot="18673133">
            <a:off x="4926015" y="156899"/>
            <a:ext cx="765043" cy="8256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hlinkHover r:id="" action="ppaction://hlinkshowjump?jump=lastslide"/>
          </p:cNvPr>
          <p:cNvSpPr/>
          <p:nvPr/>
        </p:nvSpPr>
        <p:spPr>
          <a:xfrm rot="18673133">
            <a:off x="6009876" y="5819512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hlinkHover r:id="" action="ppaction://hlinkshowjump?jump=lastslide"/>
          </p:cNvPr>
          <p:cNvSpPr/>
          <p:nvPr/>
        </p:nvSpPr>
        <p:spPr>
          <a:xfrm rot="18673133">
            <a:off x="11307021" y="1081191"/>
            <a:ext cx="646730" cy="6077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hlinkHover r:id="" action="ppaction://hlinkshowjump?jump=lastslide"/>
          </p:cNvPr>
          <p:cNvSpPr/>
          <p:nvPr/>
        </p:nvSpPr>
        <p:spPr>
          <a:xfrm rot="18673133">
            <a:off x="2591745" y="5953559"/>
            <a:ext cx="1209366" cy="373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hlinkHover r:id="" action="ppaction://hlinkshowjump?jump=lastslide"/>
          </p:cNvPr>
          <p:cNvSpPr/>
          <p:nvPr/>
        </p:nvSpPr>
        <p:spPr>
          <a:xfrm rot="18673133">
            <a:off x="3131374" y="1063788"/>
            <a:ext cx="1209366" cy="373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hlinkHover r:id="" action="ppaction://hlinkshowjump?jump=lastslide"/>
          </p:cNvPr>
          <p:cNvSpPr/>
          <p:nvPr/>
        </p:nvSpPr>
        <p:spPr>
          <a:xfrm rot="18673133">
            <a:off x="11146547" y="143575"/>
            <a:ext cx="414497" cy="10246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hlinkHover r:id="" action="ppaction://hlinkshowjump?jump=lastslide"/>
          </p:cNvPr>
          <p:cNvSpPr/>
          <p:nvPr/>
        </p:nvSpPr>
        <p:spPr>
          <a:xfrm rot="16200000">
            <a:off x="6142294" y="51956"/>
            <a:ext cx="414497" cy="8385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hlinkHover r:id="" action="ppaction://hlinkshowjump?jump=lastslide"/>
          </p:cNvPr>
          <p:cNvSpPr/>
          <p:nvPr/>
        </p:nvSpPr>
        <p:spPr>
          <a:xfrm rot="18673133">
            <a:off x="10510426" y="187528"/>
            <a:ext cx="439200" cy="4492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hlinkHover r:id="" action="ppaction://hlinkshowjump?jump=lastslide"/>
          </p:cNvPr>
          <p:cNvSpPr/>
          <p:nvPr/>
        </p:nvSpPr>
        <p:spPr>
          <a:xfrm rot="18673133">
            <a:off x="1510381" y="1896845"/>
            <a:ext cx="439200" cy="4492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hlinkHover r:id="" action="ppaction://hlinkshowjump?jump=lastslide"/>
          </p:cNvPr>
          <p:cNvSpPr/>
          <p:nvPr/>
        </p:nvSpPr>
        <p:spPr>
          <a:xfrm rot="18673133">
            <a:off x="99932" y="3679694"/>
            <a:ext cx="439200" cy="4492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hlinkHover r:id="" action="ppaction://hlinkshowjump?jump=lastslide"/>
          </p:cNvPr>
          <p:cNvSpPr/>
          <p:nvPr/>
        </p:nvSpPr>
        <p:spPr>
          <a:xfrm rot="18673133">
            <a:off x="3571600" y="5754362"/>
            <a:ext cx="646730" cy="6077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hlinkHover r:id="" action="ppaction://hlinkshowjump?jump=lastslide"/>
          </p:cNvPr>
          <p:cNvSpPr/>
          <p:nvPr/>
        </p:nvSpPr>
        <p:spPr>
          <a:xfrm rot="18673133">
            <a:off x="1354680" y="5961353"/>
            <a:ext cx="646730" cy="6077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hlinkHover r:id="" action="ppaction://hlinkshowjump?jump=lastslide"/>
          </p:cNvPr>
          <p:cNvSpPr/>
          <p:nvPr/>
        </p:nvSpPr>
        <p:spPr>
          <a:xfrm rot="18673133">
            <a:off x="2821309" y="1524663"/>
            <a:ext cx="646730" cy="6077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hlinkHover r:id="" action="ppaction://hlinkshowjump?jump=lastslide"/>
          </p:cNvPr>
          <p:cNvSpPr/>
          <p:nvPr/>
        </p:nvSpPr>
        <p:spPr>
          <a:xfrm rot="19723608">
            <a:off x="655208" y="3843242"/>
            <a:ext cx="1209366" cy="373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hlinkHover r:id="" action="ppaction://hlinkshowjump?jump=lastslide"/>
          </p:cNvPr>
          <p:cNvSpPr/>
          <p:nvPr/>
        </p:nvSpPr>
        <p:spPr>
          <a:xfrm>
            <a:off x="6586827" y="4094664"/>
            <a:ext cx="1209366" cy="373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>
            <a:hlinkHover r:id="" action="ppaction://hlinkshowjump?jump=lastslide"/>
          </p:cNvPr>
          <p:cNvSpPr/>
          <p:nvPr/>
        </p:nvSpPr>
        <p:spPr>
          <a:xfrm>
            <a:off x="273535" y="1949602"/>
            <a:ext cx="1209366" cy="373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>
            <a:hlinkHover r:id="" action="ppaction://hlinkshowjump?jump=lastslide"/>
          </p:cNvPr>
          <p:cNvSpPr/>
          <p:nvPr/>
        </p:nvSpPr>
        <p:spPr>
          <a:xfrm>
            <a:off x="10290142" y="2878838"/>
            <a:ext cx="1209366" cy="373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>
            <a:hlinkHover r:id="" action="ppaction://hlinkshowjump?jump=lastslide"/>
          </p:cNvPr>
          <p:cNvSpPr/>
          <p:nvPr/>
        </p:nvSpPr>
        <p:spPr>
          <a:xfrm>
            <a:off x="2725323" y="4476788"/>
            <a:ext cx="1209366" cy="373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>
            <a:hlinkHover r:id="" action="ppaction://hlinkshowjump?jump=lastslide"/>
          </p:cNvPr>
          <p:cNvSpPr/>
          <p:nvPr/>
        </p:nvSpPr>
        <p:spPr>
          <a:xfrm>
            <a:off x="8331663" y="1621456"/>
            <a:ext cx="1209366" cy="373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>
            <a:hlinkHover r:id="" action="ppaction://hlinkshowjump?jump=lastslide"/>
          </p:cNvPr>
          <p:cNvSpPr/>
          <p:nvPr/>
        </p:nvSpPr>
        <p:spPr>
          <a:xfrm>
            <a:off x="1907069" y="1898384"/>
            <a:ext cx="1209366" cy="373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>
            <a:hlinkHover r:id="" action="ppaction://hlinkshowjump?jump=lastslide"/>
          </p:cNvPr>
          <p:cNvSpPr/>
          <p:nvPr/>
        </p:nvSpPr>
        <p:spPr>
          <a:xfrm rot="16200000">
            <a:off x="8811377" y="3322732"/>
            <a:ext cx="646730" cy="6077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>
            <a:hlinkHover r:id="" action="ppaction://hlinkshowjump?jump=lastslide"/>
          </p:cNvPr>
          <p:cNvSpPr/>
          <p:nvPr/>
        </p:nvSpPr>
        <p:spPr>
          <a:xfrm rot="16200000">
            <a:off x="4642077" y="2352226"/>
            <a:ext cx="646730" cy="6077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>
            <a:hlinkHover r:id="" action="ppaction://hlinkshowjump?jump=lastslide"/>
          </p:cNvPr>
          <p:cNvSpPr/>
          <p:nvPr/>
        </p:nvSpPr>
        <p:spPr>
          <a:xfrm rot="16200000">
            <a:off x="4691723" y="4284547"/>
            <a:ext cx="646730" cy="6077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>
            <a:hlinkHover r:id="" action="ppaction://hlinkshowjump?jump=lastslide"/>
          </p:cNvPr>
          <p:cNvSpPr/>
          <p:nvPr/>
        </p:nvSpPr>
        <p:spPr>
          <a:xfrm rot="5400000">
            <a:off x="-297897" y="2982177"/>
            <a:ext cx="1209366" cy="373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>
            <a:hlinkHover r:id="" action="ppaction://hlinkshowjump?jump=lastslide"/>
          </p:cNvPr>
          <p:cNvSpPr/>
          <p:nvPr/>
        </p:nvSpPr>
        <p:spPr>
          <a:xfrm rot="4379755">
            <a:off x="-111082" y="4517752"/>
            <a:ext cx="1209366" cy="373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>
            <a:hlinkHover r:id="" action="ppaction://hlinkshowjump?jump=lastslide"/>
          </p:cNvPr>
          <p:cNvSpPr/>
          <p:nvPr/>
        </p:nvSpPr>
        <p:spPr>
          <a:xfrm rot="16578974">
            <a:off x="2182429" y="5871430"/>
            <a:ext cx="414497" cy="10246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>
            <a:hlinkHover r:id="" action="ppaction://hlinkshowjump?jump=lastslide"/>
          </p:cNvPr>
          <p:cNvSpPr/>
          <p:nvPr/>
        </p:nvSpPr>
        <p:spPr>
          <a:xfrm rot="18673133">
            <a:off x="6400073" y="5985646"/>
            <a:ext cx="1209366" cy="373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hlinkHover r:id="" action="ppaction://hlinkshowjump?jump=lastslide"/>
          </p:cNvPr>
          <p:cNvSpPr/>
          <p:nvPr/>
        </p:nvSpPr>
        <p:spPr>
          <a:xfrm rot="18673133">
            <a:off x="7943308" y="6191742"/>
            <a:ext cx="439200" cy="4492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>
            <a:hlinkHover r:id="" action="ppaction://hlinkshowjump?jump=lastslide"/>
          </p:cNvPr>
          <p:cNvSpPr/>
          <p:nvPr/>
        </p:nvSpPr>
        <p:spPr>
          <a:xfrm rot="18673133">
            <a:off x="7258586" y="5961353"/>
            <a:ext cx="646730" cy="6077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hlinkHover r:id="" action="ppaction://hlinkshowjump?jump=lastslide"/>
          </p:cNvPr>
          <p:cNvSpPr/>
          <p:nvPr/>
        </p:nvSpPr>
        <p:spPr>
          <a:xfrm rot="18673133">
            <a:off x="8491196" y="5923667"/>
            <a:ext cx="679335" cy="67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>
            <a:hlinkHover r:id="" action="ppaction://hlinkshowjump?jump=lastslide"/>
          </p:cNvPr>
          <p:cNvSpPr/>
          <p:nvPr/>
        </p:nvSpPr>
        <p:spPr>
          <a:xfrm rot="18673133">
            <a:off x="8397376" y="5302917"/>
            <a:ext cx="1209366" cy="373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>
            <a:hlinkHover r:id="" action="ppaction://hlinkshowjump?jump=lastslide"/>
          </p:cNvPr>
          <p:cNvSpPr/>
          <p:nvPr/>
        </p:nvSpPr>
        <p:spPr>
          <a:xfrm>
            <a:off x="6238209" y="2139234"/>
            <a:ext cx="1209366" cy="373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>
            <a:hlinkHover r:id="" action="ppaction://hlinkshowjump?jump=lastslide"/>
          </p:cNvPr>
          <p:cNvSpPr/>
          <p:nvPr/>
        </p:nvSpPr>
        <p:spPr>
          <a:xfrm rot="5400000">
            <a:off x="10163223" y="2962349"/>
            <a:ext cx="2974850" cy="3315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椭圆 67">
            <a:hlinkHover r:id="" action="ppaction://hlinkshowjump?jump=lastslide"/>
          </p:cNvPr>
          <p:cNvSpPr/>
          <p:nvPr/>
        </p:nvSpPr>
        <p:spPr>
          <a:xfrm>
            <a:off x="9857188" y="4224539"/>
            <a:ext cx="2372997" cy="2493463"/>
          </a:xfrm>
          <a:prstGeom prst="ellipse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文本框 68"/>
          <p:cNvSpPr txBox="1"/>
          <p:nvPr/>
        </p:nvSpPr>
        <p:spPr>
          <a:xfrm>
            <a:off x="493601" y="1150616"/>
            <a:ext cx="26228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/>
              <a:t>会在</a:t>
            </a:r>
            <a:r>
              <a:rPr lang="en-US" altLang="zh-CN" sz="2000" dirty="0" smtClean="0"/>
              <a:t>8</a:t>
            </a:r>
            <a:r>
              <a:rPr lang="zh-CN" altLang="en-US" sz="2000" dirty="0" smtClean="0"/>
              <a:t>秒后移动，不要</a:t>
            </a:r>
            <a:endParaRPr lang="en-US" altLang="zh-CN" sz="2000" dirty="0" smtClean="0"/>
          </a:p>
          <a:p>
            <a:r>
              <a:rPr lang="zh-CN" altLang="en-US" sz="2000" dirty="0" smtClean="0"/>
              <a:t>碰到它。</a:t>
            </a:r>
            <a:endParaRPr lang="zh-CN" altLang="en-US" sz="2000" dirty="0"/>
          </a:p>
        </p:txBody>
      </p:sp>
      <p:sp>
        <p:nvSpPr>
          <p:cNvPr id="70" name="椭圆 69">
            <a:hlinkHover r:id="" action="ppaction://hlinkshowjump?jump=lastslide"/>
          </p:cNvPr>
          <p:cNvSpPr/>
          <p:nvPr/>
        </p:nvSpPr>
        <p:spPr>
          <a:xfrm>
            <a:off x="136725" y="1357604"/>
            <a:ext cx="356875" cy="335654"/>
          </a:xfrm>
          <a:prstGeom prst="ellipse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 rot="18441248">
            <a:off x="2113504" y="1235851"/>
            <a:ext cx="1221809" cy="22159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3800" dirty="0"/>
              <a:t>⬆️</a:t>
            </a:r>
          </a:p>
        </p:txBody>
      </p:sp>
      <p:sp>
        <p:nvSpPr>
          <p:cNvPr id="72" name="矩形 71">
            <a:hlinkHover r:id="" action="ppaction://hlinkshowjump?jump=lastslide"/>
          </p:cNvPr>
          <p:cNvSpPr/>
          <p:nvPr/>
        </p:nvSpPr>
        <p:spPr>
          <a:xfrm>
            <a:off x="1859063" y="3493346"/>
            <a:ext cx="1209366" cy="373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>
            <a:hlinkHover r:id="" action="ppaction://hlinkshowjump?jump=lastslide"/>
          </p:cNvPr>
          <p:cNvSpPr/>
          <p:nvPr/>
        </p:nvSpPr>
        <p:spPr>
          <a:xfrm rot="5400000">
            <a:off x="2605174" y="2538652"/>
            <a:ext cx="1209366" cy="373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8719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grpId="0" nodeType="afterEffect">
                                  <p:stCondLst>
                                    <p:cond delay="8000"/>
                                  </p:stCondLst>
                                  <p:childTnLst>
                                    <p:animMotion origin="layout" path="M 4.16667E-6 -8.88889E-6 L 4.16667E-6 -8.88889E-6 C -0.00131 -0.00348 -0.00287 -0.00672 -0.00404 -0.01019 C -0.00521 -0.01366 -0.0056 -0.02431 -0.00573 -0.02593 C -0.00534 -0.04028 -0.00534 -0.05464 -0.00482 -0.06899 C -0.00482 -0.07223 -0.00417 -0.0757 -0.00404 -0.07894 C -0.00118 -0.13589 -0.00482 -0.07477 -0.00248 -0.11343 C -0.00274 -0.13913 -0.00274 -0.16505 -0.00326 -0.19075 C -0.00339 -0.197 -0.00391 -0.20579 -0.00482 -0.21227 C -0.00508 -0.21389 -0.00521 -0.21528 -0.00573 -0.21667 C -0.00625 -0.21829 -0.0073 -0.21945 -0.00808 -0.22084 C -0.00951 -0.22848 -0.00821 -0.22431 -0.01368 -0.23102 C -0.01836 -0.23658 -0.01524 -0.23357 -0.02422 -0.23519 C -0.03308 -0.23473 -0.04193 -0.23496 -0.05079 -0.2338 C -0.05248 -0.23357 -0.05573 -0.23102 -0.05573 -0.23102 L -0.06055 -0.22524 C -0.06133 -0.22431 -0.06198 -0.22292 -0.0629 -0.22246 L -0.06771 -0.21945 C -0.07318 -0.20996 -0.06732 -0.21899 -0.07266 -0.21366 C -0.07644 -0.20996 -0.07696 -0.20764 -0.08073 -0.2051 C -0.08165 -0.2044 -0.08282 -0.2044 -0.08386 -0.20371 C -0.08555 -0.20278 -0.08711 -0.20186 -0.08868 -0.20093 L -0.09115 -0.19954 L -0.09362 -0.19792 C -0.09441 -0.197 -0.09519 -0.19584 -0.09597 -0.19514 C -0.09675 -0.19445 -0.09766 -0.19445 -0.09844 -0.19376 C -0.10014 -0.19214 -0.10144 -0.18913 -0.10326 -0.18797 C -0.10678 -0.18589 -0.10495 -0.18727 -0.10886 -0.18357 C -0.10938 -0.18218 -0.10977 -0.18033 -0.11055 -0.1794 C -0.11133 -0.17825 -0.1168 -0.17663 -0.11693 -0.17639 C -0.11771 -0.17501 -0.11849 -0.17339 -0.11941 -0.17223 C -0.12006 -0.1713 -0.1211 -0.17153 -0.12175 -0.17084 C -0.12266 -0.16991 -0.12331 -0.16876 -0.12422 -0.16783 C -0.125 -0.16714 -0.12592 -0.16714 -0.1267 -0.16644 C -0.12748 -0.16575 -0.12813 -0.16436 -0.12904 -0.16366 C -0.13008 -0.16274 -0.13125 -0.16274 -0.1323 -0.16204 C -0.13347 -0.16135 -0.13438 -0.15996 -0.13555 -0.15927 C -0.13764 -0.15811 -0.13985 -0.15741 -0.14193 -0.15649 C -0.14297 -0.15602 -0.14415 -0.15556 -0.14519 -0.1551 C -0.14597 -0.1544 -0.14675 -0.15394 -0.14766 -0.15348 C -0.14922 -0.15302 -0.15079 -0.15255 -0.15248 -0.15209 C -0.15404 -0.15116 -0.1556 -0.14977 -0.1573 -0.14931 C -0.1599 -0.14839 -0.16654 -0.14677 -0.16862 -0.14491 C -0.17253 -0.14144 -0.17071 -0.14283 -0.17422 -0.14075 C -0.17579 -0.13866 -0.17917 -0.13473 -0.1806 -0.13357 C -0.18165 -0.13264 -0.18282 -0.13264 -0.18386 -0.13195 C -0.18477 -0.13172 -0.18555 -0.13102 -0.18633 -0.13056 C -0.19232 -0.12339 -0.18464 -0.13195 -0.19193 -0.12639 C -0.19284 -0.1257 -0.19349 -0.12408 -0.19441 -0.12339 C -0.20521 -0.11528 -0.18855 -0.13079 -0.2017 -0.11922 C -0.20508 -0.11598 -0.20287 -0.11621 -0.20652 -0.11482 C -0.20808 -0.11413 -0.20977 -0.11389 -0.21133 -0.11343 C -0.21264 -0.11297 -0.21563 -0.11158 -0.21693 -0.11042 C -0.2181 -0.10973 -0.21902 -0.10857 -0.22019 -0.10764 C -0.22175 -0.10649 -0.22344 -0.10602 -0.225 -0.10487 C -0.22631 -0.10394 -0.22774 -0.10302 -0.22904 -0.10186 C -0.23021 -0.10116 -0.23112 -0.10001 -0.2323 -0.09908 C -0.23308 -0.09839 -0.23386 -0.09815 -0.23464 -0.09769 C -0.23581 -0.09677 -0.23685 -0.09561 -0.2379 -0.09468 C -0.24115 -0.09237 -0.24441 -0.09005 -0.24766 -0.08751 C -0.24896 -0.08658 -0.25027 -0.08542 -0.2517 -0.08473 C -0.25417 -0.08357 -0.25495 -0.08334 -0.2573 -0.08195 C -0.2586 -0.08102 -0.2599 -0.07964 -0.26133 -0.07894 C -0.2642 -0.07732 -0.26915 -0.07686 -0.27175 -0.07616 C -0.27318 -0.0757 -0.27448 -0.07524 -0.27579 -0.07477 C -0.27748 -0.07408 -0.27904 -0.07362 -0.2806 -0.07315 C -0.28256 -0.07269 -0.28438 -0.07246 -0.28633 -0.07177 C -0.28737 -0.07153 -0.28842 -0.07084 -0.28959 -0.07038 C -0.29089 -0.06991 -0.29219 -0.06945 -0.29362 -0.06899 C -0.29467 -0.06806 -0.29571 -0.0669 -0.29675 -0.06598 C -0.29753 -0.06552 -0.29844 -0.06528 -0.29922 -0.06459 C -0.30014 -0.06389 -0.30079 -0.06274 -0.30157 -0.06181 C -0.30274 -0.06042 -0.30378 -0.05903 -0.30482 -0.05741 C -0.30652 -0.0551 -0.30795 -0.05255 -0.30964 -0.05024 C -0.31381 -0.04514 -0.31381 -0.0463 -0.31862 -0.04306 C -0.31993 -0.04237 -0.32123 -0.04121 -0.32266 -0.04028 C -0.3237 -0.03936 -0.32461 -0.03797 -0.32579 -0.03751 C -0.32761 -0.03658 -0.32956 -0.03635 -0.33152 -0.03589 C -0.34675 -0.03241 -0.3418 -0.03427 -0.36862 -0.03311 C -0.37149 -0.03218 -0.37448 -0.03149 -0.37748 -0.03033 C -0.37956 -0.0294 -0.38165 -0.02802 -0.38386 -0.02732 C -0.38711 -0.02663 -0.39037 -0.02639 -0.39362 -0.02593 L -0.39844 -0.02454 C -0.39974 -0.02408 -0.40105 -0.02339 -0.40248 -0.02315 C -0.40482 -0.02246 -0.4073 -0.02223 -0.40964 -0.02153 C -0.41133 -0.0213 -0.4129 -0.02038 -0.41459 -0.02014 C -0.42748 -0.01945 -0.44037 -0.01922 -0.45326 -0.01876 C -0.46029 -0.01922 -0.46719 -0.01945 -0.47422 -0.02014 C -0.47566 -0.02038 -0.48139 -0.02246 -0.48308 -0.02315 C -0.48204 -0.02454 -0.48112 -0.02802 -0.47982 -0.02732 C -0.47839 -0.02663 -0.47631 -0.02223 -0.47748 -0.02014 C -0.47865 -0.01806 -0.4806 -0.02292 -0.4823 -0.02315 L -0.49441 -0.02454 C -0.50326 -0.02362 -0.51355 -0.03033 -0.52097 -0.02153 C -0.52175 -0.02061 -0.52253 -0.01945 -0.52344 -0.01876 C -0.52566 -0.0169 -0.53269 -0.01366 -0.53464 -0.01297 C -0.53633 -0.01251 -0.5379 -0.01158 -0.53959 -0.01158 C -0.55834 -0.01065 -0.57722 -0.01065 -0.59597 -0.01019 L -0.62175 -0.01158 C -0.62904 -0.01227 -0.62735 -0.01274 -0.63308 -0.01436 C -0.63764 -0.01575 -0.64402 -0.01714 -0.64844 -0.01737 C -0.66446 -0.01806 -0.6806 -0.01829 -0.69675 -0.01876 C -0.69753 -0.01922 -0.69831 -0.01991 -0.69922 -0.02014 C -0.70079 -0.02084 -0.70248 -0.0213 -0.70404 -0.02153 C -0.70834 -0.02269 -0.71277 -0.02269 -0.71693 -0.02454 L -0.72344 -0.02732 C -0.73282 -0.04005 -0.72123 -0.02408 -0.72904 -0.03589 C -0.73321 -0.04214 -0.73217 -0.03913 -0.73711 -0.04607 C -0.73803 -0.04723 -0.73868 -0.04885 -0.73946 -0.05024 C -0.73985 -0.05186 -0.74011 -0.05325 -0.74037 -0.05464 C -0.74232 -0.06714 -0.73998 -0.0544 -0.74193 -0.06459 C -0.74167 -0.07315 -0.74154 -0.08195 -0.74115 -0.09052 C -0.74102 -0.09237 -0.74076 -0.09445 -0.74037 -0.0963 C -0.73946 -0.09931 -0.73816 -0.10186 -0.73711 -0.10487 L -0.73555 -0.10903 C -0.73451 -0.11598 -0.73425 -0.11968 -0.73152 -0.12639 C -0.7306 -0.12825 -0.72969 -0.1301 -0.72904 -0.13195 C -0.72839 -0.1338 -0.728 -0.13589 -0.72748 -0.13774 C -0.7267 -0.14028 -0.72579 -0.1426 -0.725 -0.14491 C -0.72448 -0.14677 -0.72422 -0.14908 -0.72344 -0.1507 C -0.72227 -0.15255 -0.72071 -0.15348 -0.71941 -0.1551 C -0.71615 -0.1588 -0.71589 -0.15927 -0.71368 -0.16505 C -0.7129 -0.16737 -0.71211 -0.16968 -0.71133 -0.17223 C -0.71003 -0.17639 -0.70977 -0.17871 -0.70808 -0.18218 C -0.7073 -0.1838 -0.70639 -0.18496 -0.7056 -0.18658 C -0.70508 -0.18797 -0.70482 -0.19005 -0.70404 -0.19075 C -0.70287 -0.19214 -0.70131 -0.19167 -0.7 -0.19237 C -0.69636 -0.19376 -0.69532 -0.19491 -0.69115 -0.19514 C -0.6793 -0.19607 -0.66745 -0.19607 -0.6556 -0.19653 C -0.64545 -0.20255 -0.66172 -0.1926 -0.65079 -0.20093 C -0.64896 -0.20232 -0.64323 -0.20348 -0.64193 -0.20371 C -0.63321 -0.20579 -0.63829 -0.20417 -0.63152 -0.20672 C -0.63034 -0.20764 -0.62943 -0.2088 -0.62826 -0.2095 C -0.62696 -0.21019 -0.62553 -0.21042 -0.62422 -0.21089 C -0.61498 -0.21389 -0.61693 -0.21251 -0.60248 -0.21366 C -0.60079 -0.21482 -0.59909 -0.21528 -0.59753 -0.21667 C -0.59597 -0.21806 -0.59428 -0.21945 -0.59271 -0.22084 C -0.59141 -0.22223 -0.59011 -0.22408 -0.58868 -0.22524 C -0.5879 -0.22593 -0.58711 -0.22616 -0.58633 -0.22663 C -0.58425 -0.22778 -0.58021 -0.2294 -0.57826 -0.22964 C -0.56993 -0.23033 -0.56159 -0.23056 -0.55326 -0.23102 C -0.53972 -0.23704 -0.54454 -0.23565 -0.52748 -0.2382 C -0.49167 -0.24329 -0.51407 -0.24075 -0.46055 -0.24237 C -0.45704 -0.24283 -0.45352 -0.24306 -0.45 -0.24399 C -0.44896 -0.24422 -0.44792 -0.24514 -0.44675 -0.24538 C -0.44336 -0.24607 -0.43985 -0.2463 -0.43633 -0.24677 C -0.4336 -0.24723 -0.43086 -0.24769 -0.42826 -0.24815 C -0.41667 -0.25394 -0.428 -0.24908 -0.40886 -0.25255 C -0.40808 -0.25255 -0.4073 -0.25371 -0.40652 -0.25394 C -0.40482 -0.25464 -0.40326 -0.2551 -0.40157 -0.25533 C -0.39766 -0.25602 -0.39362 -0.25626 -0.38959 -0.25672 L -0.37904 -0.25834 C -0.37683 -0.2588 -0.3724 -0.26019 -0.37019 -0.26112 C -0.36941 -0.26135 -0.36862 -0.26204 -0.36771 -0.26251 C -0.36003 -0.26667 -0.35951 -0.26621 -0.35 -0.27246 C -0.34284 -0.27732 -0.34766 -0.27616 -0.34115 -0.27964 C -0.33425 -0.28357 -0.33529 -0.28102 -0.32904 -0.28681 C -0.32579 -0.29005 -0.32253 -0.29329 -0.31941 -0.297 C -0.31862 -0.29792 -0.31784 -0.29908 -0.31693 -0.29977 C -0.31433 -0.30232 -0.31185 -0.30579 -0.30886 -0.30695 C -0.30782 -0.30741 -0.30678 -0.30788 -0.3056 -0.30834 C -0.29584 -0.31366 -0.30508 -0.3095 -0.29766 -0.31274 C -0.29206 -0.31922 -0.29896 -0.31158 -0.29037 -0.31852 C -0.28946 -0.31922 -0.28881 -0.32084 -0.2879 -0.3213 C -0.28581 -0.32269 -0.2836 -0.32292 -0.28152 -0.32408 C -0.2711 -0.33033 -0.28178 -0.32454 -0.27266 -0.32848 C -0.27175 -0.32894 -0.27097 -0.32987 -0.27019 -0.32987 C -0.26211 -0.33126 -0.25404 -0.33195 -0.24597 -0.33288 C -0.24441 -0.33334 -0.24271 -0.33357 -0.24115 -0.33427 C -0.23803 -0.33542 -0.23894 -0.33612 -0.23555 -0.33843 C -0.23034 -0.34214 -0.2293 -0.34237 -0.225 -0.34422 C -0.21862 -0.35001 -0.22188 -0.34746 -0.21537 -0.35139 C -0.21368 -0.35232 -0.21211 -0.35348 -0.21055 -0.3544 C -0.20899 -0.35487 -0.20639 -0.35602 -0.20482 -0.35718 C -0.20326 -0.35857 -0.20157 -0.35996 -0.2 -0.36158 C -0.19922 -0.36227 -0.19844 -0.36366 -0.19766 -0.36436 C -0.19688 -0.36505 -0.19597 -0.36505 -0.19519 -0.36575 C -0.19375 -0.3669 -0.19258 -0.36876 -0.19115 -0.37014 C -0.18985 -0.3713 -0.18855 -0.37223 -0.18711 -0.37292 C -0.1836 -0.37501 -0.18282 -0.37385 -0.17904 -0.37732 C -0.178 -0.37825 -0.17683 -0.37894 -0.17579 -0.3801 C -0.175 -0.38102 -0.17422 -0.38218 -0.17344 -0.38288 C -0.16836 -0.38751 -0.17071 -0.3845 -0.16615 -0.38727 C -0.15287 -0.39514 -0.17019 -0.38542 -0.15886 -0.39306 C -0.15782 -0.39376 -0.15678 -0.39399 -0.1556 -0.39445 C -0.14844 -0.40093 -0.15743 -0.39352 -0.14597 -0.40024 L -0.14115 -0.40302 L -0.13868 -0.4044 C -0.1379 -0.40533 -0.13724 -0.40649 -0.13633 -0.40741 C -0.13555 -0.40811 -0.13477 -0.4088 -0.13386 -0.4088 C -0.1267 -0.40973 -0.11941 -0.40973 -0.11211 -0.41019 C -0.11107 -0.41065 -0.11003 -0.41112 -0.10886 -0.41158 C -0.10756 -0.41227 -0.10612 -0.41251 -0.10482 -0.4132 C -0.10326 -0.41389 -0.1017 -0.41505 -0.1 -0.41598 C -0.09766 -0.41737 -0.09688 -0.41783 -0.09441 -0.41876 C -0.09271 -0.41945 -0.09115 -0.41945 -0.08959 -0.42038 C -0.0879 -0.42107 -0.08633 -0.42246 -0.08464 -0.42315 C -0.07982 -0.42524 -0.08256 -0.42385 -0.0767 -0.42732 C -0.0767 -0.42732 -0.07175 -0.43033 -0.07175 -0.43033 C -0.07097 -0.43126 -0.07032 -0.43241 -0.06941 -0.43311 C -0.06758 -0.4345 -0.0655 -0.43427 -0.06368 -0.43612 C -0.06198 -0.43774 -0.06055 -0.43982 -0.05886 -0.44167 C -0.05808 -0.44283 -0.05743 -0.44422 -0.05652 -0.44468 C -0.05534 -0.44514 -0.0543 -0.44561 -0.05326 -0.44607 C -0.05248 -0.44653 -0.0517 -0.44723 -0.05079 -0.44746 C -0.04922 -0.44815 -0.04753 -0.44815 -0.04597 -0.44885 C -0.04441 -0.44977 -0.04271 -0.45093 -0.04115 -0.45186 L -0.03868 -0.45325 C -0.03451 -0.45834 -0.03816 -0.45464 -0.0323 -0.45764 C -0.0306 -0.45834 -0.02748 -0.46042 -0.02748 -0.46042 C -0.025 -0.4632 -0.02461 -0.46389 -0.02175 -0.46621 C -0.02097 -0.46667 -0.02019 -0.46714 -0.01941 -0.4676 C -0.01862 -0.46852 -0.01784 -0.46991 -0.01693 -0.47038 C -0.01563 -0.4713 -0.01433 -0.472 -0.0129 -0.472 C -0.00599 -0.472 0.00104 -0.47084 0.00807 -0.47038 C 0.00911 -0.47084 0.01054 -0.47038 0.01132 -0.472 C 0.01236 -0.47408 0.01236 -0.47755 0.01289 -0.48056 C 0.01406 -0.48658 0.01354 -0.48334 0.01445 -0.49052 C 0.01471 -0.4963 0.01536 -0.50209 0.01536 -0.50764 C 0.01536 -0.5176 0.01484 -0.52802 0.01367 -0.53774 C 0.01341 -0.54075 0.01184 -0.5507 0.01132 -0.55209 L 0.00807 -0.56089 L 0.00638 -0.56505 C 0.00585 -0.56644 0.00559 -0.56852 0.00481 -0.56945 L 0.00234 -0.57223 C 0.00078 -0.58056 0.00286 -0.57292 -0.00079 -0.5794 C -0.00157 -0.58056 -0.0017 -0.58264 -0.00248 -0.5838 C -0.00391 -0.58589 -0.00573 -0.58751 -0.0073 -0.58936 L -0.01211 -0.59514 L -0.01693 -0.59815 C -0.01771 -0.59862 -0.01849 -0.59931 -0.01941 -0.59954 L -0.02422 -0.60093 C -0.02982 -0.60047 -0.03555 -0.6007 -0.04115 -0.59954 C -0.04115 -0.59954 -0.04714 -0.59584 -0.04844 -0.59514 L -0.05079 -0.59376 L -0.05326 -0.59237 C -0.05404 -0.59144 -0.05482 -0.59028 -0.05573 -0.58936 C -0.05678 -0.58843 -0.06029 -0.58704 -0.06133 -0.58658 C -0.06498 -0.57709 -0.06068 -0.58635 -0.06537 -0.58079 C -0.07136 -0.57362 -0.06446 -0.57848 -0.07019 -0.57524 C -0.07709 -0.5669 -0.06902 -0.57778 -0.07344 -0.56806 C -0.07396 -0.56667 -0.075 -0.56598 -0.07579 -0.56505 C -0.07631 -0.56366 -0.07709 -0.56227 -0.07748 -0.56089 C -0.07787 -0.55903 -0.078 -0.55695 -0.07826 -0.5551 C -0.0806 -0.54075 -0.07735 -0.56297 -0.07982 -0.54491 C -0.07956 -0.54121 -0.07943 -0.53727 -0.07904 -0.53357 C -0.07891 -0.53195 -0.07865 -0.53056 -0.07826 -0.52917 C -0.07644 -0.52339 -0.07566 -0.52061 -0.07266 -0.51783 C -0.07188 -0.51714 -0.07097 -0.51667 -0.07019 -0.51644 C -0.06862 -0.51575 -0.06693 -0.51528 -0.06537 -0.51482 C -0.06159 -0.51528 -0.05782 -0.51552 -0.05404 -0.51644 C -0.05027 -0.51714 -0.05118 -0.52084 -0.04675 -0.52362 L -0.04441 -0.52501 C -0.04271 -0.52778 -0.0405 -0.52987 -0.03959 -0.53357 C -0.03737 -0.54098 -0.03881 -0.53774 -0.03555 -0.54352 C -0.03529 -0.54491 -0.0349 -0.54653 -0.03464 -0.54792 C -0.03243 -0.56204 -0.03373 -0.56366 -0.03464 -0.58658 C -0.03477 -0.58866 -0.03503 -0.59052 -0.03555 -0.59237 C -0.03881 -0.60417 -0.03737 -0.59815 -0.04115 -0.60371 C -0.04206 -0.6051 -0.04271 -0.60672 -0.04362 -0.60811 C -0.04571 -0.61135 -0.04961 -0.61575 -0.0517 -0.61806 C -0.05404 -0.62107 -0.05443 -0.62177 -0.0573 -0.62385 C -0.05886 -0.62501 -0.06133 -0.62593 -0.0629 -0.62686 C -0.06368 -0.62778 -0.06446 -0.62894 -0.06537 -0.62964 C -0.06615 -0.63033 -0.06693 -0.63056 -0.06771 -0.63102 C -0.07162 -0.63288 -0.07201 -0.63264 -0.0767 -0.6338 L -0.09271 -0.63241 C -0.09545 -0.63218 -0.09818 -0.63149 -0.10079 -0.63102 C -0.103 -0.63056 -0.10508 -0.62987 -0.1073 -0.62964 C -0.11368 -0.62894 -0.12019 -0.62871 -0.1267 -0.62825 L -0.13464 -0.62686 C -0.1379 -0.62616 -0.14128 -0.62663 -0.14441 -0.62524 C -0.1461 -0.62454 -0.14753 -0.622 -0.14922 -0.62107 C -0.15079 -0.62014 -0.15248 -0.62014 -0.15404 -0.61968 C -0.15625 -0.61876 -0.15834 -0.6176 -0.16055 -0.61667 L -0.17019 -0.61251 C -0.17123 -0.61204 -0.17227 -0.61112 -0.17344 -0.61089 C -0.17605 -0.61042 -0.17878 -0.61019 -0.18152 -0.6095 C -0.18308 -0.60927 -0.18464 -0.60857 -0.18633 -0.60811 C -0.18842 -0.60764 -0.19063 -0.60718 -0.19271 -0.60672 C -0.19415 -0.60626 -0.19545 -0.60556 -0.19675 -0.60533 C -0.19896 -0.60464 -0.20105 -0.6044 -0.20326 -0.60371 L -0.20886 -0.60232 C -0.21277 -0.60139 -0.21875 -0.60024 -0.22266 -0.59954 L -0.23959 -0.59653 C -0.24389 -0.59607 -0.24818 -0.59561 -0.25248 -0.59514 C -0.26068 -0.59144 -0.2504 -0.59653 -0.25886 -0.59098 C -0.2599 -0.59028 -0.26107 -0.59005 -0.26211 -0.58936 C -0.2629 -0.58913 -0.26368 -0.58843 -0.26459 -0.58797 C -0.26758 -0.58658 -0.26836 -0.58704 -0.27097 -0.58519 C -0.27214 -0.58427 -0.27305 -0.58311 -0.27422 -0.58218 C -0.27527 -0.58172 -0.27644 -0.58149 -0.27748 -0.58079 C -0.27826 -0.58056 -0.27904 -0.57987 -0.27982 -0.5794 C -0.28555 -0.57709 -0.29063 -0.57732 -0.29675 -0.57663 L -0.3073 -0.57524 C -0.31719 -0.5757 -0.32722 -0.57524 -0.33711 -0.57663 C -0.33829 -0.57663 -0.3392 -0.57871 -0.34037 -0.5794 C -0.34141 -0.5801 -0.34245 -0.58033 -0.34362 -0.58079 C -0.34779 -0.58311 -0.34415 -0.58172 -0.34922 -0.5838 C -0.35183 -0.58473 -0.35456 -0.58542 -0.3573 -0.58658 C -0.36849 -0.59167 -0.35118 -0.58403 -0.36459 -0.58936 C -0.37761 -0.59491 -0.36381 -0.59005 -0.37982 -0.59514 C -0.39415 -0.59445 -0.39896 -0.59746 -0.40886 -0.59237 C -0.40964 -0.5919 -0.41055 -0.59144 -0.41133 -0.59098 C -0.41211 -0.59005 -0.4129 -0.58889 -0.41368 -0.58797 C -0.41589 -0.58589 -0.41849 -0.58542 -0.42019 -0.58218 C -0.42097 -0.58079 -0.42188 -0.57964 -0.42253 -0.57802 C -0.42514 -0.57269 -0.42774 -0.56459 -0.42982 -0.55927 L -0.43464 -0.54792 C -0.43698 -0.53565 -0.43282 -0.55579 -0.44115 -0.53357 C -0.44167 -0.53218 -0.44206 -0.53056 -0.44271 -0.52917 C -0.4448 -0.5257 -0.44519 -0.52686 -0.44753 -0.52501 C -0.45521 -0.51899 -0.44948 -0.52153 -0.4573 -0.51922 C -0.45808 -0.51876 -0.45886 -0.51806 -0.45964 -0.51783 C -0.46381 -0.51644 -0.47227 -0.51552 -0.47579 -0.51482 C -0.4823 -0.51528 -0.48868 -0.51552 -0.49519 -0.51644 C -0.49675 -0.51644 -0.49844 -0.51667 -0.5 -0.51783 C -0.50417 -0.52038 -0.50352 -0.522 -0.50652 -0.52639 C -0.50717 -0.52755 -0.50808 -0.52825 -0.50886 -0.52917 C -0.50938 -0.53056 -0.5099 -0.53218 -0.51055 -0.53357 C -0.51133 -0.53542 -0.51224 -0.53727 -0.5129 -0.53936 C -0.51329 -0.54052 -0.51329 -0.54237 -0.51368 -0.54352 C -0.51511 -0.54769 -0.51706 -0.55116 -0.51862 -0.5551 C -0.51915 -0.55649 -0.51954 -0.55811 -0.52019 -0.55927 C -0.52084 -0.56065 -0.52175 -0.56135 -0.52253 -0.56227 C -0.52461 -0.56389 -0.528 -0.56459 -0.52982 -0.56505 C -0.53555 -0.56459 -0.54115 -0.56436 -0.54675 -0.56366 C -0.54792 -0.56343 -0.54896 -0.56274 -0.55 -0.56227 C -0.55586 -0.55996 -0.55209 -0.56181 -0.55652 -0.55927 C -0.5573 -0.55834 -0.55808 -0.55718 -0.55886 -0.55649 C -0.55964 -0.55579 -0.56068 -0.55602 -0.56133 -0.5551 C -0.56211 -0.55394 -0.56224 -0.55209 -0.5629 -0.5507 C -0.56875 -0.53866 -0.56407 -0.5507 -0.56771 -0.54075 C -0.5711 -0.52269 -0.5655 -0.55163 -0.57019 -0.53218 C -0.57058 -0.53033 -0.57071 -0.52825 -0.57097 -0.52639 C -0.57149 -0.52339 -0.57201 -0.52061 -0.57253 -0.51783 C -0.57292 -0.51644 -0.57318 -0.51482 -0.57344 -0.51343 C -0.57592 -0.49561 -0.57266 -0.51783 -0.575 -0.50348 C -0.57527 -0.50163 -0.5754 -0.49954 -0.57579 -0.49769 C -0.57735 -0.49028 -0.57709 -0.49329 -0.57982 -0.48774 C -0.58073 -0.48589 -0.58152 -0.4838 -0.5823 -0.48195 C -0.58672 -0.47084 -0.58073 -0.48542 -0.58555 -0.472 C -0.5879 -0.46505 -0.58803 -0.46667 -0.59115 -0.46042 C -0.59232 -0.45811 -0.5931 -0.45533 -0.59441 -0.45325 C -0.59532 -0.45163 -0.59662 -0.4507 -0.59753 -0.44885 C -0.59831 -0.44769 -0.59857 -0.44584 -0.59922 -0.44468 C -0.60118 -0.44121 -0.60339 -0.43866 -0.6056 -0.43612 C -0.60756 -0.43102 -0.60743 -0.43056 -0.61055 -0.42593 C -0.6112 -0.42477 -0.61211 -0.42431 -0.6129 -0.42315 C -0.61693 -0.41714 -0.61407 -0.41852 -0.62019 -0.4132 C -0.62487 -0.4088 -0.62227 -0.41089 -0.62826 -0.40741 C -0.62904 -0.40695 -0.62982 -0.40626 -0.6306 -0.40602 C -0.63334 -0.40487 -0.63607 -0.40417 -0.63868 -0.40302 C -0.63985 -0.40255 -0.64089 -0.40209 -0.64193 -0.40163 C -0.64271 -0.40116 -0.64349 -0.40047 -0.64441 -0.40024 C -0.64883 -0.39815 -0.65912 -0.39607 -0.66133 -0.39584 L -0.69037 -0.39445 C -0.69766 -0.3926 -0.69415 -0.39399 -0.70079 -0.39005 C -0.70157 -0.38959 -0.70248 -0.38959 -0.70326 -0.38866 L -0.70808 -0.38288 C -0.71198 -0.37269 -0.7099 -0.37686 -0.71368 -0.37014 C -0.71459 -0.36552 -0.71537 -0.35996 -0.71771 -0.35718 L -0.72019 -0.3544 C -0.72253 -0.34815 -0.72084 -0.35139 -0.72422 -0.34723 C -0.72527 -0.34584 -0.72618 -0.34399 -0.72748 -0.34283 C -0.72891 -0.34144 -0.73073 -0.34121 -0.7323 -0.34005 C -0.73334 -0.33889 -0.73438 -0.33774 -0.73555 -0.33704 C -0.73764 -0.33589 -0.73985 -0.33542 -0.74193 -0.33427 L -0.74441 -0.33288 C -0.7487 -0.33334 -0.753 -0.33357 -0.7573 -0.33427 C -0.75834 -0.3345 -0.75951 -0.33473 -0.76055 -0.33565 C -0.76875 -0.34306 -0.75899 -0.33797 -0.76693 -0.34144 C -0.76941 -0.34422 -0.76967 -0.34491 -0.77253 -0.34723 C -0.77331 -0.34769 -0.77422 -0.34839 -0.775 -0.34862 C -0.778 -0.34931 -0.78086 -0.34954 -0.78386 -0.35001 C -0.78868 -0.34954 -0.79362 -0.34931 -0.79844 -0.34862 C -0.79948 -0.34839 -0.80586 -0.3463 -0.8073 -0.34561 C -0.81081 -0.34422 -0.8086 -0.34422 -0.81042 -0.34422 L -0.81042 -0.34422 " pathEditMode="relative" ptsTypes="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>
                                      <p:cBhvr>
                                        <p:cTn id="6" dur="20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xit" presetSubtype="0" fill="hold" grpId="1" nodeType="withEffect">
                                  <p:stCondLst>
                                    <p:cond delay="28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8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8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68" grpId="1" animBg="1"/>
      <p:bldP spid="71" grpId="0"/>
      <p:bldP spid="72" grpId="0" animBg="1"/>
      <p:bldP spid="7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872" y="162420"/>
            <a:ext cx="3071675" cy="954107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600" dirty="0" smtClean="0">
                <a:solidFill>
                  <a:srgbClr val="002060"/>
                </a:solidFill>
              </a:rPr>
              <a:t>Normal</a:t>
            </a:r>
            <a:r>
              <a:rPr lang="en-US" altLang="zh-CN" sz="3600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zh-CN" altLang="en-US" sz="3600" dirty="0" smtClean="0">
                <a:solidFill>
                  <a:schemeClr val="accent2">
                    <a:lumMod val="75000"/>
                  </a:schemeClr>
                </a:solidFill>
              </a:rPr>
              <a:t>第五关</a:t>
            </a:r>
            <a:endParaRPr lang="en-US" altLang="zh-CN" sz="3600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zh-CN" altLang="en-US" sz="2000" dirty="0" smtClean="0">
                <a:solidFill>
                  <a:schemeClr val="accent2">
                    <a:lumMod val="75000"/>
                  </a:schemeClr>
                </a:solidFill>
              </a:rPr>
              <a:t>难度：</a:t>
            </a:r>
            <a:r>
              <a:rPr lang="en-US" altLang="zh-CN" sz="2000" dirty="0" smtClean="0">
                <a:solidFill>
                  <a:schemeClr val="accent5">
                    <a:lumMod val="75000"/>
                  </a:schemeClr>
                </a:solidFill>
              </a:rPr>
              <a:t>2.1</a:t>
            </a:r>
            <a:endParaRPr lang="zh-CN" alt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矩形 2">
            <a:hlinkHover r:id="rId2" action="ppaction://hlinksldjump"/>
          </p:cNvPr>
          <p:cNvSpPr/>
          <p:nvPr/>
        </p:nvSpPr>
        <p:spPr>
          <a:xfrm rot="18811015">
            <a:off x="11255852" y="2495373"/>
            <a:ext cx="533400" cy="539885"/>
          </a:xfrm>
          <a:prstGeom prst="rect">
            <a:avLst/>
          </a:prstGeom>
          <a:noFill/>
          <a:ln w="76200">
            <a:solidFill>
              <a:schemeClr val="accent1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>
            <a:hlinkHover r:id="rId2" action="ppaction://hlinksldjump"/>
          </p:cNvPr>
          <p:cNvSpPr/>
          <p:nvPr/>
        </p:nvSpPr>
        <p:spPr>
          <a:xfrm>
            <a:off x="11255852" y="2495372"/>
            <a:ext cx="533400" cy="539885"/>
          </a:xfrm>
          <a:prstGeom prst="rect">
            <a:avLst/>
          </a:prstGeom>
          <a:noFill/>
          <a:ln w="76200">
            <a:solidFill>
              <a:schemeClr val="accent1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" name="椭圆 4">
            <a:hlinkHover r:id="" action="ppaction://hlinkshowjump?jump=lastslide"/>
          </p:cNvPr>
          <p:cNvSpPr/>
          <p:nvPr/>
        </p:nvSpPr>
        <p:spPr>
          <a:xfrm>
            <a:off x="445605" y="4284324"/>
            <a:ext cx="355780" cy="357444"/>
          </a:xfrm>
          <a:prstGeom prst="ellipse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hlinkHover r:id="" action="ppaction://hlinkshowjump?jump=lastslide"/>
          </p:cNvPr>
          <p:cNvSpPr/>
          <p:nvPr/>
        </p:nvSpPr>
        <p:spPr>
          <a:xfrm rot="16200000">
            <a:off x="1348746" y="83641"/>
            <a:ext cx="664706" cy="31664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hlinkHover r:id="" action="ppaction://hlinkshowjump?jump=lastslide"/>
          </p:cNvPr>
          <p:cNvSpPr/>
          <p:nvPr/>
        </p:nvSpPr>
        <p:spPr>
          <a:xfrm rot="16200000">
            <a:off x="1348746" y="4874117"/>
            <a:ext cx="664706" cy="31664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hlinkHover r:id="" action="ppaction://hlinkshowjump?jump=lastslide"/>
          </p:cNvPr>
          <p:cNvSpPr/>
          <p:nvPr/>
        </p:nvSpPr>
        <p:spPr>
          <a:xfrm rot="16200000">
            <a:off x="4704222" y="-770120"/>
            <a:ext cx="664706" cy="35445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hlinkHover r:id="" action="ppaction://hlinkshowjump?jump=lastslide"/>
          </p:cNvPr>
          <p:cNvSpPr/>
          <p:nvPr/>
        </p:nvSpPr>
        <p:spPr>
          <a:xfrm rot="16200000">
            <a:off x="9168067" y="-2266342"/>
            <a:ext cx="664706" cy="5383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hlinkHover r:id="" action="ppaction://hlinkshowjump?jump=lastslide"/>
          </p:cNvPr>
          <p:cNvSpPr/>
          <p:nvPr/>
        </p:nvSpPr>
        <p:spPr>
          <a:xfrm rot="15212252">
            <a:off x="4580555" y="3297338"/>
            <a:ext cx="237671" cy="47445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hlinkHover r:id="" action="ppaction://hlinkshowjump?jump=lastslide"/>
          </p:cNvPr>
          <p:cNvSpPr/>
          <p:nvPr/>
        </p:nvSpPr>
        <p:spPr>
          <a:xfrm rot="16200000">
            <a:off x="8514222" y="3067658"/>
            <a:ext cx="664706" cy="407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hlinkHover r:id="" action="ppaction://hlinkshowjump?jump=lastslide"/>
          </p:cNvPr>
          <p:cNvSpPr/>
          <p:nvPr/>
        </p:nvSpPr>
        <p:spPr>
          <a:xfrm rot="5400000">
            <a:off x="725032" y="3881101"/>
            <a:ext cx="4154930" cy="3328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hlinkHover r:id="rId3" action="ppaction://hlinksldjump"/>
          </p:cNvPr>
          <p:cNvSpPr/>
          <p:nvPr/>
        </p:nvSpPr>
        <p:spPr>
          <a:xfrm rot="18811015">
            <a:off x="5423756" y="5795041"/>
            <a:ext cx="533400" cy="539885"/>
          </a:xfrm>
          <a:prstGeom prst="rect">
            <a:avLst/>
          </a:prstGeom>
          <a:noFill/>
          <a:ln w="76200">
            <a:solidFill>
              <a:schemeClr val="accent1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矩形 13">
            <a:hlinkHover r:id="rId3" action="ppaction://hlinksldjump"/>
          </p:cNvPr>
          <p:cNvSpPr/>
          <p:nvPr/>
        </p:nvSpPr>
        <p:spPr>
          <a:xfrm>
            <a:off x="5423756" y="5795040"/>
            <a:ext cx="533400" cy="539885"/>
          </a:xfrm>
          <a:prstGeom prst="rect">
            <a:avLst/>
          </a:prstGeom>
          <a:noFill/>
          <a:ln w="76200">
            <a:solidFill>
              <a:schemeClr val="accent1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7" name="矩形 16">
            <a:hlinkHover r:id="" action="ppaction://hlinkshowjump?jump=lastslide"/>
          </p:cNvPr>
          <p:cNvSpPr/>
          <p:nvPr/>
        </p:nvSpPr>
        <p:spPr>
          <a:xfrm rot="5400000">
            <a:off x="2568077" y="3330622"/>
            <a:ext cx="4230561" cy="238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hlinkHover r:id="" action="ppaction://hlinkshowjump?jump=lastslide"/>
          </p:cNvPr>
          <p:cNvSpPr/>
          <p:nvPr/>
        </p:nvSpPr>
        <p:spPr>
          <a:xfrm rot="5400000">
            <a:off x="4314420" y="2977236"/>
            <a:ext cx="3817606" cy="5321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hlinkHover r:id="" action="ppaction://hlinkshowjump?jump=lastslide"/>
          </p:cNvPr>
          <p:cNvSpPr/>
          <p:nvPr/>
        </p:nvSpPr>
        <p:spPr>
          <a:xfrm rot="5400000">
            <a:off x="6184830" y="2610182"/>
            <a:ext cx="4037021" cy="2886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hlinkHover r:id="" action="ppaction://hlinkshowjump?jump=lastslide"/>
          </p:cNvPr>
          <p:cNvSpPr/>
          <p:nvPr/>
        </p:nvSpPr>
        <p:spPr>
          <a:xfrm rot="5400000">
            <a:off x="7884427" y="2223483"/>
            <a:ext cx="4025227" cy="10503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hlinkHover r:id="" action="ppaction://hlinkshowjump?jump=lastslide"/>
          </p:cNvPr>
          <p:cNvSpPr/>
          <p:nvPr/>
        </p:nvSpPr>
        <p:spPr>
          <a:xfrm rot="16200000">
            <a:off x="7561911" y="2235920"/>
            <a:ext cx="248007" cy="89424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hlinkHover r:id="" action="ppaction://hlinkshowjump?jump=lastslide"/>
          </p:cNvPr>
          <p:cNvSpPr/>
          <p:nvPr/>
        </p:nvSpPr>
        <p:spPr>
          <a:xfrm rot="5400000">
            <a:off x="8826932" y="3359589"/>
            <a:ext cx="6490250" cy="95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hlinkHover r:id="" action="ppaction://hlinkshowjump?jump=lastslide"/>
          </p:cNvPr>
          <p:cNvSpPr/>
          <p:nvPr/>
        </p:nvSpPr>
        <p:spPr>
          <a:xfrm rot="5400000">
            <a:off x="4450210" y="3098278"/>
            <a:ext cx="3817606" cy="2900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hlinkHover r:id="" action="ppaction://hlinkshowjump?jump=lastslide"/>
          </p:cNvPr>
          <p:cNvSpPr/>
          <p:nvPr/>
        </p:nvSpPr>
        <p:spPr>
          <a:xfrm rot="5400000">
            <a:off x="8079219" y="2407492"/>
            <a:ext cx="4037019" cy="6489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hlinkHover r:id="" action="ppaction://hlinkshowjump?jump=lastslide"/>
          </p:cNvPr>
          <p:cNvSpPr/>
          <p:nvPr/>
        </p:nvSpPr>
        <p:spPr>
          <a:xfrm rot="5400000">
            <a:off x="8267716" y="2588657"/>
            <a:ext cx="4026236" cy="2973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标注 25"/>
          <p:cNvSpPr/>
          <p:nvPr/>
        </p:nvSpPr>
        <p:spPr>
          <a:xfrm>
            <a:off x="10756490" y="1524000"/>
            <a:ext cx="1032762" cy="678426"/>
          </a:xfrm>
          <a:prstGeom prst="wedgeRectCallout">
            <a:avLst>
              <a:gd name="adj1" fmla="val 33433"/>
              <a:gd name="adj2" fmla="val 7264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Hello</a:t>
            </a:r>
            <a:r>
              <a:rPr lang="zh-CN" altLang="en-US" dirty="0" smtClean="0"/>
              <a:t>啊</a:t>
            </a:r>
            <a:endParaRPr lang="en-US" altLang="zh-CN" dirty="0" smtClean="0"/>
          </a:p>
        </p:txBody>
      </p:sp>
      <p:sp>
        <p:nvSpPr>
          <p:cNvPr id="27" name="矩形标注 26"/>
          <p:cNvSpPr/>
          <p:nvPr/>
        </p:nvSpPr>
        <p:spPr>
          <a:xfrm>
            <a:off x="6307207" y="4641768"/>
            <a:ext cx="1622405" cy="1142307"/>
          </a:xfrm>
          <a:prstGeom prst="wedgeRectCallout">
            <a:avLst>
              <a:gd name="adj1" fmla="val -76715"/>
              <a:gd name="adj2" fmla="val 4036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Ok</a:t>
            </a:r>
            <a:r>
              <a:rPr lang="zh-CN" altLang="en-US" dirty="0" smtClean="0"/>
              <a:t>，恭喜通过</a:t>
            </a:r>
            <a:r>
              <a:rPr lang="en-US" altLang="zh-CN" dirty="0" smtClean="0"/>
              <a:t>Normal!</a:t>
            </a:r>
          </a:p>
          <a:p>
            <a:pPr algn="ctr"/>
            <a:r>
              <a:rPr lang="zh-CN" altLang="en-US" dirty="0" smtClean="0"/>
              <a:t>快走吧</a:t>
            </a:r>
            <a:r>
              <a:rPr lang="zh-CN" altLang="en-US" dirty="0"/>
              <a:t>。</a:t>
            </a:r>
            <a:endParaRPr lang="en-US" altLang="zh-CN" dirty="0" smtClean="0"/>
          </a:p>
        </p:txBody>
      </p:sp>
      <p:sp>
        <p:nvSpPr>
          <p:cNvPr id="28" name="矩形 27">
            <a:hlinkHover r:id="rId2" action="ppaction://hlinksldjump"/>
          </p:cNvPr>
          <p:cNvSpPr/>
          <p:nvPr/>
        </p:nvSpPr>
        <p:spPr>
          <a:xfrm rot="18811015">
            <a:off x="462750" y="2366017"/>
            <a:ext cx="561309" cy="539885"/>
          </a:xfrm>
          <a:prstGeom prst="rect">
            <a:avLst/>
          </a:prstGeom>
          <a:noFill/>
          <a:ln w="3175">
            <a:solidFill>
              <a:srgbClr val="92D050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89175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0" presetClass="path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animMotion origin="layout" path="M -1.875E-6 -4.44444E-6 L -1.875E-6 0.00024 C 0.00104 0.00371 0.00222 0.00741 0.00313 0.01135 C 0.00378 0.01412 0.0043 0.01713 0.00482 0.01991 C 0.00482 0.02014 0.00638 0.02848 0.00638 0.02871 C 0.0069 0.03195 0.00742 0.03519 0.00794 0.03866 C 0.00821 0.04005 0.00847 0.04167 0.00886 0.04283 C 0.00925 0.04445 0.0099 0.04584 0.01042 0.04723 C 0.0125 0.0625 0.00964 0.04445 0.01289 0.05718 C 0.01667 0.07269 0.01237 0.06042 0.01602 0.07014 C 0.02005 0.09838 0.01563 0.07014 0.01927 0.08727 C 0.02018 0.09167 0.02057 0.0963 0.02175 0.10024 C 0.02305 0.1051 0.02474 0.1095 0.02578 0.11459 C 0.0263 0.11737 0.02669 0.12037 0.02735 0.12315 C 0.02774 0.12524 0.02852 0.12686 0.02891 0.12894 C 0.03125 0.13959 0.02813 0.13033 0.03138 0.13889 C 0.03203 0.147 0.0319 0.14792 0.03294 0.15487 C 0.03321 0.15625 0.03334 0.15764 0.03386 0.15903 C 0.03451 0.16112 0.03542 0.16297 0.0362 0.16482 C 0.03815 0.17477 0.03568 0.1625 0.03867 0.17477 C 0.04063 0.18287 0.03815 0.17524 0.04024 0.18496 C 0.04063 0.18681 0.04115 0.18889 0.0418 0.19051 C 0.04258 0.19213 0.04349 0.19352 0.04427 0.19491 C 0.04492 0.19838 0.04544 0.20186 0.04675 0.20487 C 0.0474 0.20649 0.04831 0.20787 0.04909 0.20926 C 0.05104 0.21945 0.04974 0.21528 0.05235 0.22223 C 0.05261 0.22362 0.05274 0.225 0.05313 0.22639 C 0.05352 0.22801 0.0543 0.22917 0.05482 0.23079 C 0.05547 0.23357 0.05586 0.23658 0.05638 0.23936 L 0.05716 0.24375 C 0.06055 0.23473 0.05729 0.24422 0.06042 0.22778 C 0.06237 0.21713 0.0612 0.222 0.06367 0.21343 C 0.06393 0.21065 0.06406 0.20787 0.06446 0.20487 C 0.06485 0.20186 0.06602 0.19723 0.0668 0.19491 C 0.06758 0.19283 0.06849 0.19098 0.06927 0.18912 C 0.07071 0.17917 0.06953 0.18519 0.07331 0.172 C 0.07383 0.17014 0.07422 0.16806 0.07487 0.16621 C 0.07604 0.16343 0.07722 0.16065 0.07813 0.15764 C 0.0806 0.14885 0.07904 0.15371 0.08294 0.14329 C 0.08347 0.1419 0.08386 0.14028 0.08464 0.13889 L 0.08698 0.13473 C 0.0875 0.13172 0.08828 0.12709 0.08946 0.12454 C 0.08998 0.12338 0.09115 0.12292 0.0918 0.12176 C 0.09284 0.12014 0.09349 0.11806 0.09427 0.11598 C 0.09518 0.11366 0.09597 0.11135 0.09662 0.1088 C 0.09727 0.10695 0.09753 0.10487 0.09831 0.10325 C 0.09922 0.10093 0.10052 0.09931 0.10156 0.09746 C 0.10313 0.09422 0.10482 0.09075 0.10638 0.08727 C 0.10716 0.08542 0.10794 0.08357 0.10873 0.08172 C 0.11029 0.07778 0.11094 0.07524 0.11276 0.07153 C 0.11432 0.06852 0.11628 0.06621 0.11758 0.06297 C 0.12669 0.04144 0.11406 0.07084 0.12253 0.05301 C 0.12578 0.04584 0.12201 0.05116 0.12656 0.04584 C 0.12735 0.04399 0.12813 0.0419 0.12891 0.04005 C 0.1306 0.03588 0.13216 0.03149 0.13373 0.02709 L 0.13698 0.01852 L 0.13946 0.01575 C 0.14102 0.00741 0.13893 0.01505 0.14258 0.00857 C 0.14323 0.00718 0.14349 0.00533 0.14427 0.00417 C 0.14571 0.00186 0.14753 0.00047 0.14909 -0.00162 C 0.15313 -0.00694 0.15117 -0.00439 0.15469 -0.00879 C 0.15521 -0.01018 0.1556 -0.0118 0.15638 -0.01296 C 0.15703 -0.01388 0.15781 -0.01365 0.15873 -0.01435 C 0.16367 -0.01921 0.16289 -0.01759 0.16446 -0.02291 L 0.16446 -0.02268 " pathEditMode="relative" rAng="0" ptsTypes="AAAAAAAAAAAAAAAAAAAAAAAAAAAAAAAAAAAAAAAAAAAAAAAAAAAAAAAAAAAAAAAAA">
                                      <p:cBhvr>
                                        <p:cTn id="1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216" y="11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0"/>
                            </p:stCondLst>
                            <p:childTnLst>
                              <p:par>
                                <p:cTn id="14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0"/>
                            </p:stCondLst>
                            <p:childTnLst>
                              <p:par>
                                <p:cTn id="17" presetID="0" presetClass="pat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446 -0.02268 L 0.16446 -0.02245 C 0.15834 -0.00717 0.16198 -0.01018 0.15638 -0.00694 C 0.14948 0.00116 0.15768 -0.00972 0.15313 0.00024 C 0.15261 0.00162 0.15143 0.00186 0.15078 0.00301 C 0.14245 0.01621 0.14896 0.00811 0.14349 0.01459 C 0.14297 0.01598 0.14258 0.0176 0.14193 0.01875 C 0.14115 0.02014 0.14011 0.02037 0.13946 0.02176 C 0.13503 0.03149 0.14323 0.02061 0.1362 0.02894 C 0.13568 0.03033 0.13503 0.03172 0.13464 0.03311 C 0.13425 0.0345 0.13438 0.03612 0.13386 0.0375 C 0.13242 0.04098 0.13047 0.04399 0.12904 0.04746 C 0.12826 0.04931 0.12813 0.05139 0.12735 0.05325 C 0.12669 0.05487 0.12565 0.05602 0.125 0.05764 C 0.12435 0.0588 0.12396 0.06065 0.12331 0.06181 C 0.12188 0.06482 0.11849 0.07037 0.11849 0.07061 L 0.11693 0.07894 C 0.11628 0.08264 0.11576 0.08588 0.11446 0.08912 C 0.11224 0.09468 0.11198 0.09167 0.11042 0.09769 C 0.10977 0.10047 0.10938 0.10348 0.10886 0.10625 C 0.1086 0.10764 0.10847 0.10926 0.10807 0.11065 C 0.10443 0.12362 0.10612 0.11852 0.10313 0.12639 C 0.10287 0.12871 0.10274 0.13125 0.10235 0.13357 C 0.10196 0.13635 0.10104 0.13912 0.10078 0.14213 C 0.10052 0.14445 0.10039 0.147 0.1 0.14931 C 0.09961 0.15139 0.09883 0.15301 0.09831 0.1551 C 0.09766 0.15787 0.09727 0.16065 0.09675 0.16366 C 0.09649 0.16505 0.09636 0.16667 0.09597 0.16783 L 0.09427 0.17223 C 0.0931 0.18079 0.09388 0.17616 0.09193 0.18658 L 0.09115 0.19098 L 0.09024 0.19514 C 0.08998 0.19862 0.08985 0.20186 0.08946 0.2051 C 0.08932 0.20672 0.0888 0.20811 0.08867 0.2095 C 0.08828 0.21366 0.08815 0.21806 0.08789 0.22246 C 0.08763 0.22477 0.08737 0.22709 0.08711 0.22963 C 0.08685 0.23426 0.08763 0.23982 0.0862 0.24399 C 0.08568 0.24561 0.08438 0.24144 0.08386 0.23959 C 0.08334 0.23797 0.08334 0.23588 0.08307 0.2338 C 0.08281 0.23241 0.08255 0.23102 0.08216 0.22963 C 0.08151 0.22662 0.08047 0.22385 0.07982 0.22107 C 0.07917 0.21829 0.07891 0.21505 0.07813 0.21227 C 0.07761 0.21042 0.07696 0.20857 0.07656 0.20672 C 0.07617 0.20487 0.07617 0.20278 0.07578 0.20093 C 0.07513 0.19792 0.07396 0.19537 0.07331 0.19237 C 0.07292 0.19051 0.07292 0.18843 0.07253 0.18658 C 0.07214 0.1845 0.07136 0.18287 0.07097 0.18079 C 0.06992 0.17616 0.07005 0.17061 0.06849 0.16644 L 0.06367 0.15348 C 0.06315 0.15209 0.06263 0.1507 0.06211 0.14931 C 0.06016 0.14445 0.05794 0.14028 0.05638 0.13496 C 0.05586 0.13311 0.05547 0.13102 0.05482 0.12917 C 0.05378 0.12616 0.05222 0.12385 0.05156 0.12061 C 0.05065 0.11551 0.05104 0.11667 0.04922 0.11204 C 0.04753 0.10811 0.04623 0.10394 0.04427 0.10047 C 0.04349 0.09908 0.04258 0.09769 0.04193 0.0963 C 0.04128 0.09491 0.04089 0.09329 0.04024 0.0919 C 0.03946 0.09005 0.03867 0.0882 0.03789 0.08612 C 0.0362 0.07709 0.03841 0.08704 0.03464 0.07755 C 0.0293 0.06436 0.03685 0.07871 0.0306 0.0676 C 0.02917 0.05996 0.03073 0.06575 0.02656 0.05903 C 0.02487 0.05625 0.02331 0.05325 0.02175 0.05047 L 0.01927 0.04607 C 0.01901 0.04468 0.01901 0.04283 0.01849 0.04167 C 0.01784 0.04051 0.0168 0.04005 0.01615 0.03889 C 0.01524 0.0375 0.01446 0.03612 0.01367 0.0345 C 0.01276 0.03287 0.01211 0.03056 0.0112 0.02894 C 0.00977 0.02593 0.00807 0.02315 0.00638 0.02014 L 0.00404 0.01598 C 0.00378 0.01459 0.00378 0.01274 0.00313 0.01158 C 0.00261 0.01019 0.00156 0.00996 0.00078 0.0088 C -0.00013 0.00741 -0.00091 0.00602 -0.00169 0.0044 C -0.00429 -0.00115 -0.00351 -0.00115 -0.00651 -0.00555 C -0.00729 -0.00671 -0.0082 -0.00717 -0.00885 -0.00833 C -0.01068 -0.01111 -0.01211 -0.01412 -0.0138 -0.01713 C -0.01458 -0.01851 -0.01523 -0.02013 -0.01614 -0.02129 L -0.01862 -0.0243 C -0.02122 -0.03125 -0.01953 -0.028 -0.025 -0.03425 C -0.03776 -0.04884 -0.02734 -0.03634 -0.03385 -0.04421 C -0.03476 -0.04513 -0.03541 -0.04652 -0.03633 -0.04722 C -0.03711 -0.04768 -0.03802 -0.04791 -0.0388 -0.04861 C -0.04505 -0.05416 -0.0375 -0.0493 -0.04362 -0.05277 C -0.0444 -0.05393 -0.04518 -0.05509 -0.04596 -0.05578 C -0.04752 -0.05694 -0.05078 -0.05856 -0.05078 -0.05833 C -0.05 -0.05949 -0.04935 -0.06064 -0.04844 -0.06157 C -0.04765 -0.06203 -0.04674 -0.06226 -0.04596 -0.06296 C -0.04427 -0.06458 -0.04297 -0.06759 -0.04114 -0.06875 C -0.03021 -0.07523 -0.0414 -0.06805 -0.03307 -0.0743 C -0.03229 -0.075 -0.03151 -0.07523 -0.03073 -0.07592 C -0.02982 -0.07662 -0.02916 -0.078 -0.02825 -0.0787 C -0.02161 -0.08472 -0.03099 -0.07407 -0.02265 -0.08287 C -0.02096 -0.08472 -0.0194 -0.0868 -0.01784 -0.08865 L -0.01289 -0.09444 L -0.01054 -0.09722 C -0.00976 -0.09838 -0.00898 -0.09953 -0.00807 -0.10023 L -0.00573 -0.10162 C -0.00482 -0.10254 -0.00416 -0.1037 -0.00325 -0.10439 C -0.00247 -0.10509 -0.00156 -0.10509 -0.00078 -0.10601 C -0.00078 -0.10578 0.00521 -0.11319 0.00638 -0.11458 C 0.01237 -0.12175 0.00508 -0.1125 0.0112 -0.12175 C 0.01302 -0.1243 0.01498 -0.12569 0.01693 -0.12731 C 0.01771 -0.12893 0.01849 -0.13032 0.01927 -0.13171 C 0.02005 -0.13287 0.0211 -0.13333 0.02175 -0.13449 C 0.0224 -0.13588 0.02266 -0.13773 0.02331 -0.13888 C 0.02422 -0.14027 0.02552 -0.14074 0.02656 -0.14166 C 0.02826 -0.14351 0.03138 -0.14745 0.03138 -0.14722 C 0.0319 -0.14884 0.03229 -0.15069 0.03307 -0.15185 C 0.03464 -0.15463 0.03594 -0.15486 0.03789 -0.15601 C 0.03867 -0.1581 0.03932 -0.16018 0.04024 -0.1618 C 0.04102 -0.16296 0.04206 -0.16342 0.04271 -0.16481 C 0.04636 -0.17129 0.04206 -0.16759 0.04675 -0.17037 C 0.04727 -0.17175 0.04766 -0.17338 0.04831 -0.17476 C 0.04987 -0.17777 0.05182 -0.18009 0.05313 -0.18333 C 0.05625 -0.1905 0.05443 -0.18773 0.05807 -0.19189 C 0.06211 -0.20648 0.05677 -0.18842 0.06211 -0.20347 C 0.06263 -0.20532 0.06276 -0.20763 0.06367 -0.20925 C 0.06432 -0.21018 0.06524 -0.21018 0.06615 -0.21064 C 0.06667 -0.2125 0.06706 -0.21435 0.06771 -0.21643 C 0.06849 -0.21851 0.07097 -0.22476 0.07175 -0.22638 C 0.07253 -0.228 0.07331 -0.22916 0.07422 -0.23055 C 0.07696 -0.24074 0.07422 -0.23263 0.07813 -0.24074 C 0.07904 -0.24259 0.07982 -0.24444 0.0806 -0.24652 C 0.08112 -0.24791 0.08151 -0.24953 0.08216 -0.25069 C 0.08294 -0.25185 0.08386 -0.25254 0.08464 -0.2537 C 0.08516 -0.25555 0.08568 -0.2574 0.0862 -0.25925 C 0.08724 -0.26226 0.08919 -0.26689 0.09024 -0.26944 C 0.09232 -0.28009 0.08959 -0.26689 0.09271 -0.278 C 0.0931 -0.27939 0.0931 -0.28101 0.09349 -0.28217 C 0.09753 -0.29467 0.09453 -0.28148 0.09753 -0.29375 C 0.09792 -0.29513 0.09792 -0.29675 0.09831 -0.29814 C 0.09935 -0.30115 0.10156 -0.30671 0.10156 -0.30648 C 0.10365 -0.31736 0.10091 -0.30416 0.10404 -0.31527 C 0.10443 -0.31666 0.10443 -0.31828 0.10482 -0.31944 C 0.10521 -0.32106 0.10599 -0.32222 0.10638 -0.32384 C 0.10716 -0.32662 0.10755 -0.32963 0.10807 -0.3324 L 0.10964 -0.34097 C 0.1099 -0.34259 0.11003 -0.34398 0.11042 -0.34537 C 0.11094 -0.34722 0.11159 -0.34907 0.11211 -0.35115 C 0.11237 -0.35254 0.11224 -0.35439 0.11289 -0.35532 C 0.11341 -0.35648 0.11446 -0.35625 0.11524 -0.35671 C 0.11641 -0.35532 0.11745 -0.35393 0.11849 -0.35254 C 0.12005 -0.35046 0.12201 -0.3493 0.12331 -0.34675 L 0.12578 -0.34259 C 0.12722 -0.33472 0.12565 -0.3412 0.12904 -0.33379 C 0.13073 -0.33009 0.13268 -0.32662 0.13386 -0.32245 C 0.13438 -0.3206 0.13477 -0.31851 0.13542 -0.31666 C 0.13607 -0.31504 0.13711 -0.31388 0.13789 -0.31226 C 0.13854 -0.31111 0.13893 -0.30949 0.13946 -0.3081 C 0.14089 -0.30046 0.13932 -0.30671 0.14271 -0.29953 C 0.14336 -0.29814 0.14375 -0.29652 0.14427 -0.29513 C 0.14597 -0.29097 0.1487 -0.28518 0.15 -0.28078 C 0.15482 -0.26342 0.14857 -0.28495 0.15313 -0.27083 C 0.15821 -0.25532 0.15013 -0.27754 0.15807 -0.25648 C 0.1586 -0.25509 0.15912 -0.25347 0.15964 -0.25208 C 0.16042 -0.25023 0.16146 -0.24861 0.16211 -0.24652 C 0.16862 -0.22546 0.15977 -0.24953 0.16524 -0.23495 C 0.1655 -0.23263 0.1655 -0.22986 0.16615 -0.22777 C 0.16654 -0.22592 0.16771 -0.225 0.16849 -0.22338 C 0.16966 -0.22129 0.17071 -0.21875 0.17175 -0.21643 C 0.17266 -0.21412 0.17344 -0.21157 0.17422 -0.20925 C 0.17448 -0.20787 0.17448 -0.20601 0.175 -0.20486 C 0.17552 -0.20347 0.17656 -0.203 0.17735 -0.20208 C 0.17813 -0.19907 0.17878 -0.19606 0.17982 -0.19328 C 0.18047 -0.19166 0.18151 -0.19074 0.18216 -0.18912 C 0.18347 -0.18634 0.18451 -0.18333 0.18542 -0.18055 C 0.18607 -0.1787 0.18646 -0.17662 0.18711 -0.17476 C 0.18998 -0.1662 0.18946 -0.16759 0.19271 -0.1618 C 0.19479 -0.15092 0.19206 -0.16435 0.19518 -0.15324 C 0.19544 -0.15185 0.19557 -0.15023 0.19597 -0.14884 C 0.19636 -0.14745 0.19714 -0.14606 0.19753 -0.14467 C 0.19818 -0.14236 0.1987 -0.13981 0.19922 -0.1375 C 0.19948 -0.13611 0.19961 -0.13449 0.2 -0.1331 C 0.20117 -0.1287 0.20274 -0.12476 0.20404 -0.12037 C 0.20443 -0.11898 0.20443 -0.11736 0.20482 -0.11597 C 0.20612 -0.11111 0.20755 -0.10648 0.20886 -0.10162 C 0.20925 -0.10023 0.20925 -0.09861 0.20964 -0.09722 C 0.21081 -0.09213 0.2112 -0.09166 0.21289 -0.08726 C 0.21459 -0.0625 0.21237 -0.08773 0.21524 -0.06713 C 0.2155 -0.06527 0.21563 -0.06319 0.21615 -0.06157 C 0.2168 -0.05856 0.21784 -0.05578 0.21849 -0.05277 C 0.22071 -0.04375 0.21966 -0.04583 0.22097 -0.03703 C 0.2211 -0.03564 0.22162 -0.03425 0.22175 -0.03287 C 0.22214 -0.02986 0.22214 -0.02708 0.22253 -0.0243 C 0.22396 -0.0125 0.22409 -0.01527 0.225 -0.00555 C 0.22539 -0.00162 0.22539 0.00463 0.22656 0.0088 C 0.22722 0.01135 0.22813 0.01366 0.22904 0.01598 C 0.2293 0.01783 0.22943 0.01991 0.22982 0.02176 C 0.23125 0.02963 0.23242 0.03473 0.23464 0.04167 C 0.23516 0.04329 0.23568 0.04468 0.2362 0.04607 C 0.23685 0.04908 0.23854 0.0588 0.23946 0.06181 C 0.24037 0.06482 0.24167 0.0676 0.24271 0.07037 C 0.24297 0.07176 0.2431 0.07338 0.24349 0.07477 C 0.24427 0.07732 0.24544 0.07917 0.24597 0.08195 C 0.24649 0.08473 0.24636 0.08774 0.24675 0.09051 C 0.24714 0.09352 0.24779 0.0963 0.24831 0.09908 C 0.24896 0.10232 0.24948 0.10579 0.25 0.10903 C 0.25026 0.11112 0.25039 0.11297 0.25078 0.11482 C 0.25169 0.11875 0.25287 0.12246 0.25404 0.12639 C 0.2543 0.12871 0.25443 0.13125 0.25482 0.13357 C 0.25716 0.14584 0.25586 0.13357 0.25716 0.14352 C 0.25755 0.14584 0.25755 0.14838 0.25807 0.1507 C 0.25834 0.15232 0.25912 0.15348 0.25964 0.1551 C 0.26055 0.15787 0.26133 0.16065 0.26211 0.16366 C 0.26276 0.16644 0.26315 0.16945 0.26367 0.17223 C 0.26393 0.17362 0.26406 0.17524 0.26446 0.17662 C 0.26654 0.18218 0.26576 0.17917 0.26693 0.18519 C 0.26888 0.17477 0.26745 0.18311 0.26849 0.16227 C 0.26953 0.14167 0.26875 0.1544 0.27018 0.14075 C 0.27071 0.13496 0.27005 0.12848 0.27175 0.12338 C 0.27253 0.12107 0.27344 0.11875 0.27422 0.11621 C 0.27448 0.11505 0.27461 0.11343 0.275 0.11204 C 0.27552 0.1095 0.27604 0.10718 0.27656 0.10487 C 0.27722 0.10209 0.27748 0.09885 0.27813 0.0963 C 0.28386 0.07616 0.27526 0.10718 0.28138 0.08334 C 0.28268 0.07871 0.28516 0.06945 0.28711 0.06459 C 0.28802 0.06227 0.28932 0.05996 0.29024 0.05764 C 0.29258 0.05186 0.2944 0.04584 0.29675 0.04028 C 0.30222 0.02732 0.29557 0.04329 0.30313 0.02315 C 0.30391 0.02107 0.30482 0.01945 0.3056 0.01737 C 0.30677 0.01459 0.30742 0.01112 0.30886 0.0088 C 0.30964 0.00741 0.31055 0.00602 0.3112 0.0044 C 0.31224 0.00232 0.31472 -0.00555 0.31524 -0.00694 C 0.31732 -0.0125 0.31914 -0.01527 0.32097 -0.02129 C 0.32149 -0.02314 0.32201 -0.02523 0.32253 -0.02708 C 0.32305 -0.02847 0.32422 -0.03148 0.32422 -0.03125 L 0.32422 -0.03148 " pathEditMode="relative" rAng="0" ptsTypes="AAAAAAAAAAAAAAAAAAAAAAAAAAAAAAAAAAAAAAAAAAAAAAAAAAAAAAAAAAAAAAAAAAAAAAAAAAAAAAAAAAAAAAAAAAAAAAAAAAAAAAAAAAAAAAAAAAAAAAAAAAAAAAAAAAAAAAAAAAAAAAAAAAAAAAAAAAAAAAAAAAAAAAAAAAAAAAAAAAAAAAAAAAAAAAAAAAAAAAAAAAAAAAAAAAAAAAAAAAAAAAAAAA">
                                      <p:cBhvr>
                                        <p:cTn id="1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73" y="-33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000"/>
                            </p:stCondLst>
                            <p:childTnLst>
                              <p:par>
                                <p:cTn id="20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000"/>
                            </p:stCondLst>
                            <p:childTnLst>
                              <p:par>
                                <p:cTn id="23" presetID="0" presetClass="pat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2422 -0.03148 L 0.32422 -0.03125 C 0.32266 -0.03472 0.32123 -0.03842 0.3194 -0.04143 C 0.31849 -0.04305 0.31719 -0.04398 0.31615 -0.04583 C 0.31068 -0.05555 0.32253 -0.04722 0.30651 -0.06157 C 0.30339 -0.06435 0.3013 -0.06574 0.29844 -0.07013 C 0.29688 -0.07245 0.29531 -0.07523 0.29362 -0.07731 C 0.29089 -0.08055 0.28932 -0.08009 0.28633 -0.0831 C 0.27761 -0.09143 0.28477 -0.0868 0.27904 -0.09027 L 0.27422 -0.09606 C 0.27344 -0.09699 0.27279 -0.09838 0.27188 -0.09884 L 0.2694 -0.10023 C 0.26862 -0.10162 0.26797 -0.10347 0.26706 -0.10463 C 0.26602 -0.10578 0.26485 -0.10625 0.2638 -0.1074 C 0.25938 -0.1118 0.26341 -0.10902 0.25899 -0.1118 C 0.25807 -0.11273 0.25742 -0.11388 0.25651 -0.11458 C 0.25091 -0.11898 0.25313 -0.1162 0.24844 -0.11898 C 0.24714 -0.11967 0.24584 -0.12083 0.2444 -0.12175 C 0.24128 -0.12384 0.24232 -0.12291 0.2388 -0.12453 C 0.23789 -0.125 0.23724 -0.12592 0.23633 -0.12615 C 0.22852 -0.12685 0.22071 -0.12708 0.21302 -0.12754 L 0.18229 -0.12615 C 0.18073 -0.12592 0.17904 -0.125 0.17748 -0.12453 C 0.175 -0.12407 0.17266 -0.12361 0.17018 -0.12314 C 0.16706 -0.12268 0.1638 -0.12222 0.16055 -0.12175 C 0.15834 -0.12129 0.15625 -0.12083 0.15404 -0.12037 C 0.15117 -0.11967 0.14818 -0.11944 0.14518 -0.11898 C 0.14219 -0.11736 0.13867 -0.11527 0.13555 -0.11458 C 0.13255 -0.11388 0.12969 -0.11365 0.12669 -0.11319 C 0.12435 -0.11226 0.1224 -0.11203 0.12018 -0.11018 C 0.11914 -0.10949 0.11797 -0.10856 0.11693 -0.1074 C 0.11615 -0.10648 0.1155 -0.10509 0.11459 -0.10463 C 0.11328 -0.1037 0.11185 -0.1037 0.11055 -0.103 C 0.10886 -0.10231 0.10573 -0.10023 0.10573 -0.1 C 0.09961 -0.09305 0.10729 -0.10162 0.1 -0.09606 C 0.09922 -0.09537 0.09844 -0.09375 0.09766 -0.09305 C 0.09688 -0.09236 0.0961 -0.09213 0.09518 -0.09166 C 0.0931 -0.0905 0.09089 -0.09004 0.0888 -0.08888 C 0.08789 -0.08819 0.08711 -0.08773 0.08633 -0.08726 C 0.08425 -0.08634 0.08203 -0.08564 0.07995 -0.08449 L 0.075 -0.08171 C 0.07409 -0.08055 0.07344 -0.07963 0.07266 -0.0787 C 0.07188 -0.078 0.07097 -0.07824 0.07018 -0.07731 C 0.06927 -0.07615 0.06875 -0.07407 0.06784 -0.07291 C 0.0668 -0.07199 0.06563 -0.07222 0.06459 -0.07152 C 0.06198 -0.07037 0.06081 -0.06898 0.05807 -0.06736 C 0.05729 -0.06666 0.05651 -0.06643 0.05573 -0.06574 C 0.0543 -0.06458 0.05313 -0.06226 0.05169 -0.06157 C 0.04935 -0.06041 0.04688 -0.06064 0.0444 -0.06018 L 0.03789 -0.05717 C 0.03685 -0.05671 0.03581 -0.05648 0.03477 -0.05578 C 0.03307 -0.05486 0.03125 -0.05463 0.02995 -0.053 C 0.01875 -0.03981 0.0293 -0.05115 0.02266 -0.04583 C 0.01276 -0.03773 0.0194 -0.04189 0.0138 -0.03865 C 0.01289 -0.03773 0.01224 -0.03634 0.01133 -0.03564 C 0.00573 -0.03125 0.00794 -0.03425 0.00326 -0.03148 C -0.00508 -0.02638 0.00274 -0.03101 -0.00312 -0.02569 C -0.0039 -0.025 -0.00482 -0.02476 -0.0056 -0.0243 C -0.00716 -0.02129 -0.00859 -0.01782 -0.01041 -0.01574 C -0.01211 -0.01365 -0.01393 -0.01226 -0.01523 -0.00995 C -0.01614 -0.00856 -0.01666 -0.00671 -0.01771 -0.00555 C -0.02057 -0.00277 -0.02357 -0.00069 -0.02656 0.00162 C -0.02812 0.00278 -0.03138 0.0044 -0.03138 0.00463 C -0.03841 0.0169 -0.02956 0.00162 -0.0362 0.01158 C -0.04023 0.0176 -0.03685 0.01482 -0.04114 0.01737 C -0.04166 0.01875 -0.04193 0.02061 -0.04271 0.02153 C -0.04336 0.02246 -0.0444 0.02246 -0.04505 0.02315 C -0.04596 0.02385 -0.04674 0.025 -0.04752 0.02593 C -0.04844 0.02871 -0.05169 0.03172 -0.05065 0.0345 C -0.05013 0.03588 -0.04974 0.03774 -0.04896 0.03889 C -0.04844 0.03959 -0.04375 0.04144 -0.04349 0.04167 C -0.04232 0.04237 -0.0414 0.04375 -0.04023 0.04445 C -0.03945 0.04514 -0.03867 0.04561 -0.03789 0.04607 C -0.02877 0.05811 -0.04297 0.03843 -0.02982 0.06181 C -0.02786 0.06505 -0.02565 0.06783 -0.02409 0.07176 C -0.02357 0.07315 -0.02318 0.07477 -0.02252 0.07616 C -0.02161 0.07778 -0.02031 0.07871 -0.01927 0.08033 C -0.0181 0.08218 -0.01719 0.08426 -0.01614 0.08612 C -0.01536 0.08727 -0.01445 0.08797 -0.01367 0.08889 C -0.00742 0.09815 -0.01484 0.08912 -0.00885 0.09607 C -0.00833 0.09769 -0.00781 0.09908 -0.00716 0.10047 C -0.00573 0.10348 -0.00364 0.10579 -0.00234 0.10903 C -0.00182 0.11042 -0.00143 0.11204 -0.00078 0.11343 C 0.00078 0.11644 0.00287 0.11852 0.00404 0.122 C 0.00456 0.12338 0.00508 0.125 0.00573 0.12616 C 0.00638 0.12778 0.00742 0.12894 0.00807 0.13056 C 0.00886 0.13241 0.00912 0.1345 0.00977 0.13635 C 0.0125 0.14445 0.01263 0.14375 0.01524 0.1507 C 0.01589 0.15209 0.01641 0.15348 0.01693 0.15487 C 0.01771 0.15695 0.01862 0.1588 0.0194 0.16065 C 0.02526 0.17524 0.0155 0.15186 0.02344 0.17061 C 0.0237 0.17223 0.02383 0.17362 0.02422 0.175 C 0.02682 0.18519 0.02656 0.18403 0.02904 0.19075 C 0.03099 0.20093 0.02969 0.19676 0.03229 0.20371 C 0.03438 0.21459 0.03164 0.20116 0.03477 0.21227 C 0.03516 0.21366 0.03516 0.21528 0.03555 0.21667 C 0.03789 0.22431 0.03828 0.22431 0.04115 0.2294 C 0.04167 0.23195 0.04206 0.2345 0.04284 0.23658 C 0.04375 0.23959 0.04597 0.24537 0.04597 0.24561 C 0.04714 0.24144 0.04896 0.23797 0.04922 0.2338 C 0.05013 0.22223 0.04948 0.22686 0.05091 0.21945 C 0.05117 0.21505 0.05143 0.21088 0.05169 0.20649 C 0.05196 0.20186 0.05209 0.197 0.05248 0.19213 C 0.05261 0.18982 0.053 0.1875 0.05326 0.18496 C 0.05378 0.18125 0.05417 0.17732 0.05495 0.17362 L 0.05729 0.16065 C 0.05781 0.15787 0.05847 0.1551 0.05899 0.15209 C 0.05925 0.15024 0.05938 0.14815 0.05977 0.1463 C 0.06016 0.14445 0.06094 0.1426 0.06133 0.14051 C 0.06172 0.13866 0.06185 0.13681 0.06211 0.13496 C 0.06263 0.13241 0.06328 0.1301 0.0638 0.12778 C 0.0655 0.1125 0.06315 0.12963 0.06784 0.10903 C 0.06888 0.10417 0.06966 0.09931 0.07097 0.09468 L 0.07591 0.07755 L 0.0806 0.06042 L 0.08307 0.05162 C 0.08334 0.04977 0.0836 0.04792 0.08399 0.04607 C 0.08438 0.04352 0.08516 0.04121 0.08555 0.03889 C 0.08607 0.03565 0.08685 0.0257 0.08711 0.02315 C 0.08763 0.01875 0.0888 0.01227 0.08959 0.0088 C 0.09011 0.00625 0.09063 0.00394 0.09115 0.00162 C 0.0918 -0.00138 0.09232 -0.00416 0.09284 -0.00717 C 0.0931 -0.00856 0.09323 -0.00995 0.09362 -0.01134 C 0.09414 -0.01365 0.09453 -0.0162 0.09518 -0.01851 C 0.09831 -0.02963 0.09675 -0.01365 0.1 -0.03726 C 0.10065 -0.04097 0.10091 -0.0449 0.10169 -0.04861 C 0.10222 -0.05162 0.10287 -0.05439 0.10326 -0.05717 C 0.10521 -0.07083 0.10391 -0.06527 0.10651 -0.07453 C 0.10677 -0.07615 0.10807 -0.08657 0.10899 -0.09027 C 0.10938 -0.09213 0.11003 -0.09398 0.11055 -0.09606 C 0.11081 -0.09791 0.11107 -0.09976 0.11133 -0.10162 C 0.11224 -0.10856 0.1125 -0.11319 0.1138 -0.12037 C 0.11654 -0.13472 0.11237 -0.11226 0.11537 -0.13032 C 0.11589 -0.13333 0.11654 -0.13611 0.11693 -0.13888 C 0.11732 -0.14097 0.11745 -0.14282 0.11784 -0.14467 C 0.11797 -0.14606 0.11836 -0.14745 0.11862 -0.14907 C 0.11888 -0.15138 0.11901 -0.15393 0.1194 -0.15625 C 0.11979 -0.1581 0.12057 -0.15995 0.12097 -0.1618 C 0.12474 -0.17847 0.1211 -0.16365 0.12344 -0.17615 C 0.12617 -0.19074 0.12383 -0.17662 0.12669 -0.18912 C 0.12735 -0.19189 0.12774 -0.1949 0.12826 -0.19768 C 0.12865 -0.19953 0.12865 -0.20162 0.12904 -0.20347 C 0.12956 -0.20555 0.13034 -0.20717 0.13073 -0.20925 C 0.13112 -0.21111 0.13112 -0.21319 0.13151 -0.21504 C 0.1319 -0.21689 0.13268 -0.21875 0.13307 -0.2206 C 0.13542 -0.23148 0.1319 -0.22152 0.13633 -0.23217 C 0.13685 -0.23495 0.1375 -0.23773 0.13802 -0.24074 C 0.13828 -0.24259 0.13841 -0.24467 0.1388 -0.24652 C 0.13919 -0.24838 0.13998 -0.25023 0.14037 -0.25231 C 0.14115 -0.25555 0.14154 -0.2618 0.14193 -0.26504 C 0.14245 -0.26805 0.1431 -0.27083 0.14362 -0.27361 C 0.1444 -0.2787 0.14453 -0.28125 0.14518 -0.28657 C 0.14544 -0.28865 0.14571 -0.2905 0.14597 -0.29236 C 0.14688 -0.29768 0.14701 -0.29629 0.14766 -0.30231 C 0.14792 -0.30578 0.14805 -0.30902 0.14844 -0.3125 C 0.1487 -0.31435 0.14909 -0.3162 0.14922 -0.31805 C 0.14961 -0.32106 0.14974 -0.32384 0.15 -0.32685 C 0.15026 -0.32916 0.15065 -0.33148 0.15091 -0.33402 C 0.1513 -0.33842 0.15196 -0.35069 0.15248 -0.35555 C 0.15261 -0.35694 0.153 -0.35833 0.15326 -0.35972 C 0.15508 -0.35925 0.1586 -0.35856 0.16055 -0.35694 C 0.16146 -0.35601 0.16211 -0.35486 0.16302 -0.35393 C 0.16706 -0.35046 0.16511 -0.35578 0.17018 -0.34675 C 0.17097 -0.34537 0.17175 -0.34375 0.17266 -0.34259 C 0.17383 -0.34097 0.17539 -0.33981 0.17669 -0.33819 C 0.17774 -0.3368 0.17878 -0.33541 0.17995 -0.33402 C 0.18073 -0.33287 0.18151 -0.33194 0.18229 -0.33101 C 0.18438 -0.32893 0.18711 -0.32847 0.1888 -0.32523 C 0.19284 -0.31805 0.19063 -0.32083 0.19518 -0.31666 C 0.19961 -0.30463 0.19232 -0.32338 0.20169 -0.30671 C 0.20469 -0.30138 0.20287 -0.303 0.20651 -0.30092 C 0.21432 -0.29166 0.20222 -0.30625 0.21211 -0.29375 C 0.21367 -0.29189 0.21537 -0.29004 0.21706 -0.28796 L 0.22904 -0.27361 C 0.22995 -0.27268 0.23073 -0.27199 0.23151 -0.27083 C 0.23373 -0.26805 0.23542 -0.26365 0.23802 -0.26226 L 0.24037 -0.26088 C 0.24115 -0.25995 0.24206 -0.25925 0.24284 -0.25787 C 0.24818 -0.24838 0.24037 -0.25833 0.24688 -0.25069 C 0.25143 -0.23842 0.24531 -0.253 0.25091 -0.24513 C 0.25156 -0.24398 0.25169 -0.24189 0.25248 -0.24074 C 0.25365 -0.23888 0.25521 -0.23796 0.25651 -0.23634 L 0.26133 -0.225 C 0.26211 -0.22314 0.26263 -0.2206 0.2638 -0.21921 C 0.27031 -0.21157 0.26172 -0.22199 0.26862 -0.21203 C 0.27995 -0.1956 0.27057 -0.21157 0.27995 -0.1949 L 0.28229 -0.1905 C 0.28307 -0.18912 0.28412 -0.18796 0.28477 -0.18634 C 0.28529 -0.18472 0.28568 -0.18333 0.28633 -0.18194 C 0.28711 -0.18032 0.28802 -0.17916 0.2888 -0.17777 C 0.28959 -0.17592 0.29024 -0.17361 0.29115 -0.17199 C 0.29245 -0.16967 0.29388 -0.16805 0.29518 -0.1662 C 0.29544 -0.16481 0.29557 -0.16319 0.29597 -0.1618 C 0.29727 -0.15856 0.29909 -0.15694 0.30091 -0.15463 C 0.30482 -0.14398 0.29974 -0.15717 0.30495 -0.14606 C 0.30547 -0.1449 0.30586 -0.14305 0.30651 -0.14189 C 0.30807 -0.13888 0.31003 -0.13657 0.31133 -0.13333 C 0.31185 -0.13171 0.31224 -0.13009 0.31302 -0.12893 C 0.31367 -0.12777 0.31472 -0.12731 0.31537 -0.12615 C 0.31719 -0.12245 0.31836 -0.11805 0.32018 -0.11458 C 0.32214 -0.11134 0.32448 -0.10856 0.32591 -0.10463 C 0.33047 -0.09097 0.32604 -0.10277 0.33073 -0.09305 C 0.33268 -0.08912 0.33412 -0.08472 0.33555 -0.08009 C 0.33607 -0.07824 0.33646 -0.07615 0.33711 -0.07453 C 0.33789 -0.07245 0.3388 -0.0706 0.33959 -0.06875 C 0.3431 -0.05949 0.34037 -0.06342 0.3444 -0.05856 C 0.34492 -0.05671 0.34544 -0.05486 0.3461 -0.053 C 0.34649 -0.05138 0.34727 -0.05023 0.34766 -0.04861 C 0.34805 -0.04675 0.34805 -0.04467 0.34844 -0.04282 C 0.34909 -0.04027 0.35013 -0.03819 0.35091 -0.03564 C 0.35196 -0.03194 0.35261 -0.02777 0.35404 -0.0243 C 0.35495 -0.02245 0.35586 -0.0206 0.35651 -0.01851 C 0.35899 -0.01157 0.35742 -0.01481 0.35899 -0.00856 C 0.36016 -0.00347 0.36055 -0.00277 0.36211 0.00162 C 0.36237 0.00348 0.3625 0.00556 0.36302 0.00718 C 0.36341 0.0088 0.36419 0.00996 0.36459 0.01158 C 0.36537 0.01528 0.36563 0.01922 0.36615 0.02315 C 0.36641 0.025 0.36654 0.02709 0.36706 0.02871 C 0.36758 0.03079 0.36797 0.03264 0.36862 0.0345 C 0.3694 0.03704 0.37031 0.03912 0.3711 0.04167 C 0.37266 0.04723 0.3711 0.04537 0.37266 0.05162 C 0.37305 0.05325 0.37383 0.0544 0.37422 0.05602 C 0.37852 0.06991 0.37669 0.06297 0.37826 0.07315 C 0.37852 0.07477 0.37891 0.07616 0.37904 0.07755 C 0.37943 0.07987 0.37956 0.08241 0.37995 0.08473 C 0.38034 0.0875 0.38099 0.09051 0.38151 0.09329 L 0.38399 0.10625 L 0.38555 0.11482 C 0.38581 0.11621 0.38659 0.12061 0.38633 0.11899 L 0.38555 0.11343 C 0.38581 -0.01041 0.38581 -0.13425 0.38633 -0.25787 C 0.38633 -0.26226 0.38698 -0.26643 0.38711 -0.27083 C 0.3875 -0.28032 0.3875 -0.29004 0.38802 -0.29953 C 0.38815 -0.30347 0.38893 -0.30995 0.38959 -0.31388 C 0.38985 -0.31527 0.39011 -0.31666 0.39037 -0.31805 C 0.39076 -0.32013 0.39089 -0.32199 0.39115 -0.32384 C 0.39141 -0.32546 0.3918 -0.32662 0.39206 -0.32824 C 0.39245 -0.33148 0.39271 -0.33634 0.39362 -0.33958 C 0.39401 -0.3412 0.39466 -0.34259 0.39518 -0.34398 C 0.39544 -0.34537 0.39571 -0.34699 0.3961 -0.34838 C 0.39649 -0.34976 0.39727 -0.35092 0.39766 -0.35254 C 0.39818 -0.35486 0.39792 -0.3574 0.39844 -0.35972 C 0.39883 -0.36134 0.39961 -0.3625 0.4 -0.36412 C 0.40039 -0.3655 0.40052 -0.36689 0.40091 -0.36828 C 0.4013 -0.3699 0.40209 -0.37106 0.40248 -0.37268 C 0.40287 -0.37407 0.40274 -0.37569 0.40326 -0.37685 C 0.40391 -0.37824 0.40495 -0.37893 0.40573 -0.37986 C 0.41146 -0.39513 0.40625 -0.38379 0.41133 -0.3912 C 0.41224 -0.39259 0.41276 -0.39467 0.4138 -0.3956 C 0.41537 -0.39722 0.41979 -0.39907 0.42188 -0.39976 C 0.42669 -0.3993 0.43151 -0.3993 0.43633 -0.39838 C 0.44597 -0.39699 0.43698 -0.39699 0.44037 -0.39699 L 0.44037 -0.39675 L 0.44037 -0.39699 " pathEditMode="relative" rAng="0" ptsTypes="AAAAAAAAAAAAAAAAAAAAAAAAAAAAAAAAAAAAAAAAAAAAAAAAAAAAAAAAAAAAAAAAAAAAAAAAAAAAAAAAAAAAAAAAAAAAAAAAAAAAAAAAAAAAAAAAAAAAAAAAAAAAAAAAAAAAAAAAAAAAAAAAAAAAAAAAAAAAAAAAAAAAAAAAAAAAAAAAAAAAAAAAAAAAAAAAAAAAAAAAAAAAAAAAAAAAAAAAAAAAAAAAAAAAAAAAAAAAAAAAAAAAAAAAAAAAAA">
                                      <p:cBhvr>
                                        <p:cTn id="24" dur="4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930" y="-45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6000"/>
                            </p:stCondLst>
                            <p:childTnLst>
                              <p:par>
                                <p:cTn id="26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6000"/>
                            </p:stCondLst>
                            <p:childTnLst>
                              <p:par>
                                <p:cTn id="31" presetID="0" presetClass="path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4037 -0.39699 L 0.44037 -0.39675 C 0.4388 -0.39375 0.43711 -0.3905 0.43555 -0.38703 C 0.43438 -0.38425 0.43229 -0.37847 0.43229 -0.37824 C 0.43034 -0.36759 0.43307 -0.38101 0.42995 -0.3699 C 0.42956 -0.36851 0.42943 -0.36689 0.42917 -0.3655 C 0.42865 -0.36365 0.42813 -0.36157 0.42748 -0.35972 C 0.42696 -0.35833 0.4263 -0.35694 0.42591 -0.35555 C 0.42435 -0.35046 0.42435 -0.35023 0.42344 -0.34537 C 0.42318 -0.34166 0.42305 -0.33773 0.42266 -0.33402 C 0.42227 -0.33101 0.42149 -0.32824 0.4211 -0.32546 C 0.42044 -0.32152 0.41992 -0.31782 0.4194 -0.31388 C 0.41914 -0.31157 0.41901 -0.30902 0.41862 -0.30671 C 0.41836 -0.30532 0.4181 -0.30393 0.41784 -0.30254 C 0.41485 -0.2831 0.41732 -0.29838 0.41537 -0.28379 C 0.41485 -0.28009 0.41432 -0.27615 0.4138 -0.27245 L 0.41302 -0.26666 C 0.41276 -0.26481 0.4125 -0.26273 0.41211 -0.26088 L 0.41133 -0.25648 C 0.41107 -0.25208 0.41029 -0.23865 0.40977 -0.23356 C 0.40938 -0.22986 0.40873 -0.22592 0.40807 -0.22222 L 0.40729 -0.21643 C 0.40703 -0.21458 0.40703 -0.2125 0.40651 -0.21064 C 0.40248 -0.19606 0.40703 -0.21342 0.40404 -0.1993 C 0.40339 -0.19583 0.40248 -0.19259 0.40169 -0.18912 C 0.40065 -0.18425 0.40104 -0.18449 0.4 -0.17916 C 0.39961 -0.17615 0.39896 -0.17338 0.39844 -0.1706 C 0.39818 -0.16921 0.39779 -0.16759 0.39766 -0.1662 C 0.3974 -0.16435 0.39701 -0.1625 0.39688 -0.16041 C 0.39649 -0.15763 0.39649 -0.15463 0.39597 -0.15185 C 0.39531 -0.14745 0.3944 -0.14328 0.39362 -0.13888 C 0.39336 -0.1375 0.39297 -0.13611 0.39284 -0.13472 L 0.39115 -0.12314 C 0.39089 -0.12129 0.39076 -0.11944 0.39037 -0.11759 L 0.38959 -0.11319 C 0.38932 -0.10879 0.38906 -0.10463 0.3888 -0.10023 C 0.38854 -0.09791 0.38815 -0.0956 0.38802 -0.09305 C 0.38789 -0.09143 0.38646 -0.06851 0.38555 -0.06157 C 0.38529 -0.06018 0.38503 -0.05879 0.38477 -0.05717 C 0.38451 -0.05347 0.38412 -0.04953 0.38399 -0.04583 C 0.38321 -0.03564 0.38281 -0.02754 0.38229 -0.01713 C 0.38203 -0.01041 0.38177 -0.0037 0.38151 0.00301 C 0.38112 0.00973 0.3806 0.0176 0.37995 0.02454 C 0.37839 0.03727 0.37969 0.02246 0.37826 0.03727 C 0.378 0.04075 0.37774 0.04399 0.37748 0.04746 C 0.37722 0.05047 0.37643 0.05718 0.37591 0.06042 C 0.37539 0.0632 0.37461 0.06598 0.37422 0.06899 C 0.37396 0.07084 0.3737 0.07269 0.37344 0.07477 C 0.37227 0.08172 0.37188 0.08033 0.37097 0.09051 C 0.37071 0.09375 0.37044 0.09723 0.37018 0.10047 C 0.36992 0.10325 0.36966 0.10625 0.3694 0.10903 C 0.36875 0.11783 0.36862 0.12616 0.36784 0.13496 C 0.36758 0.13681 0.36719 0.13866 0.36693 0.14075 C 0.36602 0.072 0.36563 0.07524 0.36693 -0.00555 C 0.36706 -0.00717 0.36758 -0.00856 0.36784 -0.00995 C 0.3681 -0.01226 0.36823 -0.01481 0.36862 -0.01713 C 0.3694 -0.02268 0.36992 -0.02592 0.37188 -0.03009 C 0.37253 -0.03148 0.37331 -0.0331 0.37422 -0.03425 C 0.38334 -0.04699 0.37565 -0.03634 0.38151 -0.04143 C 0.38919 -0.04838 0.3763 -0.03981 0.3888 -0.04722 L 0.39115 -0.04861 L 0.39362 -0.05 C 0.40091 -0.04953 0.40821 -0.04953 0.41537 -0.04861 C 0.41758 -0.04838 0.42188 -0.04282 0.42266 -0.04143 C 0.42344 -0.04004 0.42409 -0.03819 0.42513 -0.03726 C 0.42578 -0.03634 0.42669 -0.03634 0.42748 -0.03564 C 0.42826 -0.03425 0.42904 -0.03263 0.42995 -0.03148 C 0.43073 -0.03032 0.43164 -0.02986 0.43229 -0.02847 C 0.43776 -0.01898 0.42995 -0.02916 0.43633 -0.02129 C 0.43685 -0.0199 0.43724 -0.01828 0.43802 -0.01713 C 0.43946 -0.01481 0.44284 -0.01134 0.44284 -0.01111 C 0.44427 -0.0037 0.44271 -0.00995 0.4461 -0.00277 C 0.44675 -0.00138 0.44714 0.00024 0.44766 0.00162 C 0.44844 0.00348 0.44935 0.00533 0.45013 0.00718 C 0.45209 0.01806 0.44935 0.00487 0.45248 0.01598 C 0.45287 0.01713 0.45274 0.01899 0.45339 0.02014 C 0.45391 0.02153 0.45495 0.022 0.45573 0.02315 C 0.45638 0.02385 0.45677 0.025 0.45742 0.02593 L 0.45742 0.02616 " pathEditMode="relative" rAng="0" ptsTypes="AAAAAAAAAAAAAAAAAAAAAAAAAAAAAAAAAAAAAAAAAAAAAAAAAAAAAAAAAAAAAAAAAAAAAAAAAAAAAAA">
                                      <p:cBhvr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65" y="268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7000"/>
                            </p:stCondLst>
                            <p:childTnLst>
                              <p:par>
                                <p:cTn id="3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7000"/>
                            </p:stCondLst>
                            <p:childTnLst>
                              <p:par>
                                <p:cTn id="37" presetID="0" presetClass="path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5742 0.02616 L 0.45742 0.02639 L 0.46302 0.04051 C 0.46354 0.0419 0.46406 0.04352 0.46459 0.04491 L 0.46628 0.04908 C 0.46823 0.05996 0.4655 0.04653 0.46862 0.05764 C 0.46901 0.05903 0.46914 0.06065 0.4694 0.06204 C 0.46992 0.06366 0.47071 0.06482 0.4711 0.06644 C 0.47175 0.06922 0.47214 0.072 0.47266 0.075 L 0.47435 0.08357 L 0.47513 0.08797 C 0.47774 0.06945 0.47435 0.09468 0.47748 0.04908 C 0.47826 0.03912 0.47813 0.03889 0.47917 0.03056 C 0.48034 0.02037 0.47943 0.02894 0.48073 0.02061 C 0.48112 0.01829 0.48177 0.01274 0.48242 0.01042 C 0.48281 0.00903 0.48347 0.00764 0.48399 0.00625 C 0.48425 0.00417 0.48451 0.00232 0.48477 0.00047 C 0.48503 -0.00185 0.48516 -0.00439 0.48555 -0.00671 C 0.48594 -0.00833 0.48672 -0.00949 0.48724 -0.01111 C 0.48828 -0.02268 0.4875 -0.01689 0.48959 -0.02824 C 0.48985 -0.02963 0.48998 -0.03125 0.4905 -0.03263 C 0.49154 -0.03541 0.4931 -0.03796 0.49362 -0.0412 C 0.49479 -0.04745 0.49388 -0.04444 0.49688 -0.04976 C 0.49883 -0.05995 0.49714 -0.05671 0.50091 -0.06111 C 0.50248 -0.06944 0.50052 -0.0625 0.50417 -0.06689 C 0.50508 -0.06805 0.50573 -0.0699 0.50651 -0.07129 C 0.50807 -0.07338 0.51146 -0.07685 0.51146 -0.07662 C 0.51602 -0.07638 0.52057 -0.07662 0.52513 -0.07546 C 0.52682 -0.075 0.52878 -0.06967 0.52995 -0.06828 C 0.53073 -0.06759 0.53164 -0.06736 0.53242 -0.06689 C 0.53321 -0.0655 0.53412 -0.06412 0.53477 -0.06273 C 0.53542 -0.06134 0.53568 -0.05949 0.53646 -0.05833 C 0.53711 -0.0574 0.53802 -0.0574 0.5388 -0.05694 C 0.53906 -0.05555 0.53906 -0.0537 0.53959 -0.05254 C 0.54102 -0.05023 0.54453 -0.04675 0.54453 -0.04652 C 0.54479 -0.04537 0.54479 -0.04375 0.54531 -0.04259 C 0.54883 -0.0331 0.54675 -0.04328 0.54935 -0.03402 C 0.54974 -0.03263 0.54974 -0.03101 0.55013 -0.02963 C 0.55052 -0.02824 0.5513 -0.02685 0.55169 -0.02546 C 0.55508 -0.01342 0.54948 -0.02916 0.55417 -0.01666 C 0.55443 -0.01527 0.55456 -0.01388 0.55495 -0.0125 C 0.55547 -0.01088 0.55625 -0.00972 0.55664 -0.0081 C 0.55977 0.00487 0.55495 -0.00902 0.55899 0.00186 C 0.56029 0.01042 0.55951 0.00579 0.56146 0.01621 C 0.56146 0.01644 0.56302 0.02477 0.56302 0.025 L 0.56472 0.02917 C 0.56576 0.03912 0.56498 0.03403 0.56706 0.04491 L 0.56784 0.04908 C 0.56875 0.04862 0.56966 0.04862 0.57031 0.04769 C 0.5711 0.04676 0.57149 0.04491 0.57188 0.04352 C 0.57253 0.04098 0.57344 0.03079 0.57357 0.02917 C 0.57383 0.02385 0.57383 0.01852 0.57435 0.01343 C 0.57474 0.0095 0.57565 0.00579 0.57591 0.00186 L 0.57669 -0.0081 C 0.57696 -0.0155 0.57787 -0.04861 0.57839 -0.05833 C 0.57878 -0.06504 0.57904 -0.07175 0.57995 -0.07847 C 0.58047 -0.08217 0.58112 -0.08588 0.58164 -0.08981 C 0.58216 -0.09467 0.58229 -0.09953 0.58321 -0.10416 C 0.58425 -0.10972 0.58503 -0.11342 0.58568 -0.1199 C 0.58594 -0.12291 0.58607 -0.12569 0.58646 -0.12847 C 0.58685 -0.13148 0.5875 -0.13425 0.58802 -0.13703 C 0.58828 -0.13865 0.58867 -0.14004 0.5888 -0.14143 C 0.58906 -0.14421 0.58919 -0.14722 0.58972 -0.15 C 0.59115 -0.15879 0.59102 -0.15277 0.59284 -0.16018 C 0.59362 -0.16273 0.59362 -0.1662 0.59453 -0.16875 C 0.59831 -0.17893 0.59636 -0.17476 0.60013 -0.18148 C 0.60065 -0.18449 0.60117 -0.18819 0.60261 -0.19027 C 0.60326 -0.1912 0.60417 -0.1912 0.60495 -0.19166 C 0.60586 -0.19305 0.60651 -0.19467 0.60742 -0.19583 C 0.60807 -0.19675 0.6099 -0.19722 0.6099 -0.19699 L 0.6099 -0.19722 " pathEditMode="relative" rAng="0" ptsTypes="AAAAAAAAAAAAAAAAAAAAAAAAAAAAAAAAAAAAAAAAAAAAAAAAAAAAAAAAAAAAAAAAAAAAAAA">
                                      <p:cBhvr>
                                        <p:cTn id="38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17" y="-80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0"/>
                            </p:stCondLst>
                            <p:childTnLst>
                              <p:par>
                                <p:cTn id="40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0"/>
                            </p:stCondLst>
                            <p:childTnLst>
                              <p:par>
                                <p:cTn id="43" presetID="0" presetClass="path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099 -0.19722 L 0.6099 -0.19699 C 0.61146 -0.19467 0.61328 -0.19189 0.61472 -0.18865 C 0.61589 -0.18611 0.6168 -0.18287 0.61797 -0.18009 C 0.61849 -0.1787 0.61888 -0.17731 0.61953 -0.17569 L 0.62201 -0.17152 C 0.62253 -0.16967 0.62318 -0.16782 0.62357 -0.16574 C 0.62669 -0.1493 0.62344 -0.15902 0.62682 -0.15 C 0.62709 -0.14814 0.62722 -0.14606 0.62761 -0.14421 C 0.628 -0.14236 0.62878 -0.1405 0.62917 -0.13842 C 0.62943 -0.13726 0.63034 -0.12754 0.63086 -0.12569 C 0.63164 -0.12245 0.63294 -0.1199 0.63412 -0.11713 L 0.63568 -0.11273 L 0.63724 -0.10833 C 0.6375 -0.10509 0.63763 -0.10162 0.63815 -0.09838 C 0.63841 -0.09537 0.63919 -0.09259 0.63972 -0.08981 L 0.64128 -0.08125 C 0.64154 -0.07963 0.64193 -0.07824 0.64206 -0.07685 L 0.64375 -0.0655 C 0.64401 -0.06365 0.64479 -0.0574 0.64531 -0.05555 C 0.64584 -0.05393 0.64649 -0.05254 0.64701 -0.05115 L 0.64857 -0.04236 C 0.64883 -0.0412 0.64922 -0.03958 0.64935 -0.03842 C 0.65013 -0.03148 0.65091 -0.02476 0.65182 -0.01805 C 0.65235 -0.01435 0.653 -0.01064 0.65339 -0.00671 C 0.65391 -0.00092 0.65443 0.00487 0.65508 0.01065 C 0.65534 0.01297 0.6556 0.01528 0.65586 0.01783 C 0.65625 0.02246 0.65612 0.02709 0.65664 0.03218 C 0.6569 0.03496 0.65794 0.0375 0.65821 0.04051 L 0.65912 0.04769 C 0.65938 0.00487 0.65977 -0.053 0.66068 -0.09838 C 0.66081 -0.10694 0.6612 -0.1155 0.66146 -0.12407 C 0.66211 -0.14259 0.6625 -0.14745 0.66393 -0.16713 C 0.66419 -0.1706 0.66446 -0.17384 0.66472 -0.17754 C 0.66498 -0.17963 0.66524 -0.18194 0.6655 -0.18449 C 0.66576 -0.19004 0.66602 -0.19583 0.66628 -0.20162 C 0.6668 -0.21018 0.66797 -0.22731 0.66797 -0.22731 C 0.66823 -0.24467 0.66862 -0.2618 0.66875 -0.27893 C 0.66914 -0.3162 0.66914 -0.35347 0.66953 -0.39074 C 0.66966 -0.39953 0.67057 -0.41319 0.6711 -0.42245 C 0.67149 -0.4324 0.67162 -0.44236 0.67201 -0.45254 C 0.67214 -0.45717 0.67253 -0.46203 0.67279 -0.46689 C 0.6737 -0.48865 0.67318 -0.48819 0.67435 -0.50694 C 0.67461 -0.51041 0.67487 -0.51365 0.67513 -0.51689 C 0.67591 -0.52685 0.67617 -0.53125 0.67682 -0.54143 C 0.67656 -0.54282 0.67682 -0.54537 0.67604 -0.5456 C 0.675 -0.54606 0.67422 -0.54398 0.67357 -0.54282 C 0.67227 -0.54027 0.67149 -0.53703 0.67031 -0.53425 L 0.66875 -0.52986 L 0.66706 -0.52569 C 0.66628 -0.52129 0.66641 -0.5206 0.66472 -0.51689 C 0.66393 -0.5155 0.66302 -0.51435 0.66224 -0.51273 C 0.66107 -0.50995 0.66016 -0.50694 0.65912 -0.50416 L 0.65586 -0.49537 L 0.65417 -0.4912 C 0.65235 -0.48101 0.65352 -0.48518 0.65104 -0.47824 C 0.65078 -0.47638 0.65065 -0.4743 0.65013 -0.47245 C 0.64974 -0.47106 0.64896 -0.46967 0.64857 -0.46828 C 0.64818 -0.46689 0.64805 -0.46527 0.64779 -0.46388 C 0.64727 -0.46203 0.64662 -0.46018 0.6461 -0.4581 C 0.64571 -0.45648 0.64571 -0.45439 0.64531 -0.45254 C 0.64505 -0.45092 0.64479 -0.44953 0.64453 -0.44814 C 0.64401 -0.44444 0.64349 -0.4405 0.64297 -0.4368 C 0.64271 -0.43472 0.64245 -0.43287 0.64206 -0.43101 C 0.64154 -0.428 0.64089 -0.42523 0.6405 -0.42245 C 0.63854 -0.40486 0.64076 -0.42291 0.63893 -0.41088 C 0.63828 -0.40717 0.63776 -0.40324 0.63724 -0.39953 C 0.63698 -0.39745 0.63685 -0.3956 0.63646 -0.39375 C 0.63594 -0.39143 0.63451 -0.38518 0.63412 -0.38217 C 0.63373 -0.37986 0.63373 -0.37731 0.63321 -0.375 C 0.63099 -0.36273 0.63229 -0.375 0.63086 -0.36504 C 0.62995 -0.35902 0.62982 -0.35416 0.62917 -0.34791 C 0.62891 -0.3449 0.62878 -0.34213 0.62839 -0.33912 C 0.628 -0.3368 0.62735 -0.33449 0.62682 -0.33194 C 0.62578 -0.32731 0.62578 -0.32615 0.62513 -0.3206 C 0.62487 -0.31782 0.62461 -0.31481 0.62435 -0.31203 C 0.6237 -0.30393 0.62383 -0.30069 0.62279 -0.29328 C 0.62253 -0.29213 0.62227 -0.2905 0.62201 -0.28912 C 0.62175 -0.28703 0.62097 -0.275 0.62031 -0.27175 C 0.61992 -0.2699 0.61914 -0.26828 0.61875 -0.26643 C 0.61836 -0.26458 0.61836 -0.26226 0.61797 -0.26041 C 0.61758 -0.25879 0.6168 -0.25787 0.61628 -0.25625 C 0.61446 -0.25023 0.61446 -0.24884 0.61315 -0.24166 C 0.61276 -0.24027 0.6125 -0.23912 0.61224 -0.2375 C 0.6099 -0.21574 0.61289 -0.24282 0.61068 -0.22453 C 0.61042 -0.22222 0.61029 -0.21967 0.6099 -0.21736 C 0.60951 -0.21527 0.60873 -0.21365 0.60821 -0.2118 C 0.60729 -0.2074 0.60677 -0.20324 0.60586 -0.19884 C 0.60443 -0.19305 0.60274 -0.18773 0.60182 -0.18148 C 0.6013 -0.17824 0.60065 -0.17476 0.60013 -0.17152 C 0.59961 -0.16759 0.59961 -0.16365 0.59857 -0.15995 C 0.59688 -0.15416 0.5944 -0.14537 0.59375 -0.14004 C 0.59349 -0.1375 0.59323 -0.13518 0.59297 -0.13287 C 0.59271 -0.13078 0.59232 -0.12893 0.59206 -0.12708 C 0.5918 -0.12361 0.5918 -0.12037 0.59128 -0.11713 C 0.59089 -0.11412 0.59011 -0.11134 0.58972 -0.10833 C 0.58932 -0.10601 0.58919 -0.1037 0.58893 -0.10115 C 0.58841 -0.09745 0.58776 -0.09375 0.58724 -0.08981 C 0.58685 -0.08657 0.58698 -0.0831 0.58646 -0.07963 C 0.58607 -0.07731 0.58529 -0.075 0.5849 -0.07268 C 0.58373 -0.06666 0.58242 -0.05694 0.58164 -0.05115 C 0.58125 -0.04838 0.58073 -0.04398 0.58008 -0.0412 C 0.57956 -0.03912 0.57891 -0.03726 0.57839 -0.03518 C 0.57813 -0.03333 0.57787 -0.03148 0.57761 -0.02963 C 0.57735 -0.02708 0.57722 -0.02476 0.57682 -0.02245 C 0.5763 -0.01944 0.57578 -0.01666 0.57513 -0.01412 L 0.57201 0.00325 L 0.5711 0.00764 C 0.57084 0.00903 0.57057 0.01065 0.57031 0.01204 C 0.57005 0.01389 0.56979 0.01575 0.56953 0.01783 C 0.56914 0.02037 0.56875 0.02616 0.56797 0.02917 C 0.56745 0.03056 0.5668 0.03218 0.56628 0.03334 C 0.56432 0.04399 0.56628 0.04051 0.56146 0.04491 C 0.5599 0.04121 0.55768 0.03797 0.55664 0.03334 C 0.55365 0.0213 0.55547 0.02639 0.55182 0.01783 C 0.55156 0.01575 0.55143 0.01389 0.55104 0.01204 C 0.55039 0.0095 0.54935 0.00718 0.54857 0.00487 C 0.54805 0.00278 0.5474 0.00116 0.54701 -0.00092 C 0.54323 -0.01689 0.54649 -0.0081 0.54128 -0.01944 C 0.53972 -0.028 0.54154 -0.01967 0.53802 -0.02963 C 0.5375 -0.03148 0.53711 -0.03356 0.53646 -0.03518 C 0.53503 -0.03935 0.53281 -0.04259 0.53164 -0.04675 C 0.53112 -0.04861 0.5306 -0.05069 0.53008 -0.05254 C 0.52956 -0.05393 0.52891 -0.05555 0.52839 -0.05671 C 0.52722 -0.06064 0.52513 -0.06828 0.52513 -0.06805 C 0.52383 -0.08009 0.52539 -0.07129 0.52201 -0.08125 C 0.52136 -0.0831 0.52084 -0.08495 0.52031 -0.0868 C 0.51927 -0.0912 0.51966 -0.09282 0.51797 -0.09699 C 0.51706 -0.09907 0.51576 -0.10069 0.51472 -0.10277 C 0.51237 -0.11527 0.51367 -0.11041 0.50821 -0.12407 C 0.50534 -0.13148 0.49935 -0.1456 0.49935 -0.14537 C 0.49909 -0.14722 0.49896 -0.14861 0.49857 -0.15 C 0.49792 -0.15208 0.49688 -0.1537 0.4961 -0.15578 C 0.49557 -0.15717 0.49505 -0.15856 0.49453 -0.15995 C 0.4931 -0.16782 0.49453 -0.16134 0.49128 -0.17152 C 0.48789 -0.18263 0.49141 -0.17245 0.48802 -0.18148 C 0.48633 -0.19097 0.48841 -0.18101 0.4849 -0.19467 C 0.48425 -0.19675 0.48399 -0.19953 0.48321 -0.20162 C 0.48268 -0.20324 0.48151 -0.20463 0.48086 -0.20578 C 0.47995 -0.20763 0.47917 -0.20995 0.47839 -0.2118 C 0.47656 -0.22129 0.47917 -0.21018 0.47279 -0.22199 C 0.47201 -0.22314 0.47136 -0.22523 0.47031 -0.22592 C 0.46328 -0.23287 0.46563 -0.22291 0.45742 -0.2375 C 0.45651 -0.23912 0.45573 -0.24027 0.45508 -0.24166 C 0.4543 -0.24305 0.45417 -0.2449 0.45339 -0.24606 C 0.45274 -0.24699 0.45169 -0.24699 0.45104 -0.24768 C 0.45013 -0.24838 0.44935 -0.2493 0.44857 -0.25023 C 0.44544 -0.25509 0.44557 -0.25671 0.44206 -0.26041 C 0.44141 -0.26134 0.4405 -0.26134 0.43972 -0.2618 C 0.428 -0.2824 0.43932 -0.26504 0.43242 -0.27175 C 0.4306 -0.27361 0.42917 -0.27569 0.42761 -0.27754 C 0.42682 -0.27847 0.42617 -0.28009 0.42513 -0.28055 C 0.42409 -0.28101 0.4155 -0.28449 0.41393 -0.28611 C 0.41172 -0.28865 0.40977 -0.29143 0.40742 -0.29328 C 0.40638 -0.29421 0.40534 -0.29421 0.40417 -0.29467 C 0.40339 -0.29537 0.40261 -0.2956 0.40169 -0.29629 C 0.39909 -0.29838 0.39662 -0.30231 0.39375 -0.30347 C 0.38138 -0.30879 0.40169 -0.29953 0.38646 -0.30763 C 0.38347 -0.30925 0.3806 -0.30925 0.37761 -0.31064 C 0.37578 -0.31134 0.37435 -0.31273 0.37279 -0.31342 C 0.37057 -0.31435 0.36836 -0.31504 0.36628 -0.3162 C 0.36446 -0.31736 0.36055 -0.3199 0.35821 -0.3206 C 0.35104 -0.32245 0.34375 -0.32268 0.33646 -0.32338 C 0.33321 -0.32384 0.33008 -0.3243 0.32682 -0.325 L 0.29206 -0.32338 C 0.28972 -0.32338 0.28724 -0.32291 0.2849 -0.32199 C 0.28242 -0.32106 0.28008 -0.31805 0.27761 -0.31782 L 0.26797 -0.3162 C 0.26446 -0.31527 0.26146 -0.31481 0.25821 -0.31203 C 0.25339 -0.30763 0.253 -0.30717 0.24779 -0.30347 C 0.24701 -0.30277 0.2461 -0.30231 0.24531 -0.30185 C 0.24453 -0.30092 0.24375 -0.29976 0.24297 -0.29907 C 0.24219 -0.29838 0.24128 -0.29838 0.2405 -0.29768 C 0.23373 -0.29074 0.24037 -0.29537 0.2349 -0.29213 C 0.23438 -0.2905 0.23399 -0.28865 0.23321 -0.2875 C 0.23229 -0.28634 0.23112 -0.28588 0.22995 -0.28472 C 0.22917 -0.28379 0.22852 -0.28263 0.22761 -0.28194 C 0.22682 -0.28125 0.22591 -0.28101 0.22513 -0.28055 C 0.22435 -0.27963 0.22357 -0.27847 0.22279 -0.27754 C 0.21862 -0.27338 0.21992 -0.27592 0.2155 -0.27037 C 0.21406 -0.26875 0.21289 -0.26643 0.21146 -0.26481 C 0.20899 -0.26157 0.2069 -0.25995 0.20417 -0.2574 C 0.20339 -0.25625 0.20274 -0.25463 0.20182 -0.25324 C 0.19193 -0.24166 0.20065 -0.25439 0.19453 -0.24606 C 0.18633 -0.23518 0.19427 -0.24583 0.18724 -0.23449 C 0.1862 -0.2331 0.18516 -0.23171 0.18399 -0.23055 C 0.18229 -0.22106 0.18399 -0.22731 0.17604 -0.21736 C 0.17409 -0.21527 0.17031 -0.21018 0.17031 -0.21018 C 0.16927 -0.2074 0.16862 -0.2037 0.16706 -0.20162 C 0.16537 -0.19884 0.16159 -0.19398 0.1599 -0.19004 C 0.15807 -0.18634 0.15807 -0.18449 0.15664 -0.18009 C 0.15612 -0.1787 0.15547 -0.17754 0.15495 -0.17569 C 0.15391 -0.17199 0.15326 -0.16759 0.15182 -0.16435 C 0.15065 -0.16203 0.14948 -0.15972 0.14857 -0.15717 C 0.14727 -0.15347 0.14636 -0.14953 0.14531 -0.1456 C 0.14492 -0.14421 0.14492 -0.14259 0.14453 -0.14143 C 0.1431 -0.13703 0.14063 -0.13333 0.13972 -0.12847 C 0.13711 -0.11481 0.13972 -0.12407 0.13568 -0.1155 C 0.13425 -0.1125 0.13281 -0.10694 0.13164 -0.10416 C 0.13099 -0.10254 0.12995 -0.10115 0.12917 -0.09976 C 0.12891 -0.09838 0.12891 -0.09675 0.12839 -0.0956 C 0.12696 -0.09236 0.12357 -0.0868 0.12357 -0.08657 C 0.12201 -0.07847 0.1237 -0.08634 0.11953 -0.07546 C 0.11732 -0.06967 0.11563 -0.06342 0.11302 -0.05856 C 0.11185 -0.05578 0.11042 -0.05347 0.10899 -0.05115 C 0.10873 -0.04953 0.1086 -0.04838 0.10821 -0.04675 C 0.1069 -0.0412 0.10443 -0.03449 0.10261 -0.02963 C 0.1013 -0.02615 0.09987 -0.02291 0.09857 -0.01944 C 0.09805 -0.01805 0.09701 -0.01527 0.09701 -0.01504 C 0.09662 -0.01273 0.09688 -0.01041 0.0961 -0.0081 C 0.09571 -0.00648 0.0944 -0.00648 0.09375 -0.00509 C 0.09271 -0.0037 0.09206 -0.00138 0.09128 0.00047 C 0.08959 0.0095 0.09167 0.00024 0.08724 0.01204 C 0.08659 0.01389 0.0862 0.01598 0.08568 0.01783 C 0.08516 0.01922 0.08451 0.02037 0.08399 0.022 C 0.08347 0.02362 0.08307 0.02593 0.08242 0.02778 C 0.08086 0.03218 0.07891 0.03612 0.07761 0.04051 C 0.07709 0.0426 0.07669 0.04468 0.07591 0.04653 C 0.07526 0.04815 0.07422 0.04908 0.07357 0.05047 C 0.06576 0.06922 0.07435 0.04977 0.07031 0.06227 C 0.06966 0.06412 0.06875 0.06598 0.06797 0.0676 C 0.06563 0.07987 0.0694 0.06088 0.06393 0.08079 C 0.05807 0.10139 0.06537 0.08102 0.06068 0.09375 C 0.05925 0.10394 0.06016 0.09769 0.05742 0.11204 C 0.05716 0.11389 0.05677 0.11528 0.05664 0.11667 C 0.05547 0.125 0.05625 0.12061 0.05417 0.1294 C 0.05391 0.13195 0.05378 0.1345 0.05339 0.13658 C 0.05339 0.13681 0.05143 0.14746 0.05091 0.14954 C 0.05026 0.15301 0.04974 0.15649 0.04857 0.15973 C 0.04792 0.16135 0.04701 0.1625 0.0461 0.16366 C 0.04557 0.16829 0.04557 0.17037 0.04375 0.17385 C 0.04297 0.17524 0.04206 0.17593 0.04128 0.17686 L 0.03972 0.18542 C 0.03946 0.18681 0.03919 0.18843 0.03893 0.18982 C 0.03828 0.19144 0.03776 0.19352 0.03724 0.19561 C 0.03659 0.19815 0.0362 0.20093 0.03568 0.20417 L 0.03321 0.2169 L 0.03086 0.22987 L 0.02995 0.23426 C 0.02865 0.25348 0.02891 0.24352 0.02995 0.27153 C 0.03021 0.27709 0.03034 0.28287 0.03086 0.28866 C 0.03112 0.29306 0.03203 0.297 0.03242 0.30162 C 0.03255 0.30301 0.03321 0.31459 0.03399 0.31737 C 0.03711 0.32825 0.03633 0.32315 0.03972 0.33033 C 0.04037 0.33149 0.04063 0.33334 0.04128 0.3345 C 0.04271 0.33681 0.0461 0.34028 0.0461 0.34051 C 0.04662 0.34167 0.04701 0.34352 0.04779 0.34468 C 0.04844 0.34561 0.04935 0.34537 0.05013 0.34607 C 0.05638 0.35162 0.04896 0.34676 0.05495 0.35024 C 0.06198 0.35857 0.05313 0.34862 0.0599 0.35463 C 0.06354 0.35787 0.06159 0.35903 0.06706 0.36042 L 0.07357 0.36181 C 0.07591 0.36274 0.07969 0.36436 0.08164 0.36621 C 0.08373 0.36806 0.08581 0.37061 0.08802 0.37176 C 0.09011 0.37315 0.09154 0.37408 0.09375 0.37477 C 0.09557 0.37524 0.09753 0.37547 0.09935 0.37616 C 0.10039 0.37639 0.10156 0.37732 0.10261 0.37755 C 0.10443 0.37825 0.10638 0.37825 0.10821 0.37894 C 0.11927 0.38287 0.11003 0.38125 0.1211 0.38334 C 0.12175 0.38334 0.13854 0.38588 0.14375 0.3875 C 0.14584 0.38843 0.14805 0.38912 0.15013 0.39051 C 0.15104 0.39098 0.15169 0.39167 0.15261 0.3919 C 0.15469 0.3926 0.1569 0.39283 0.15899 0.39329 C 0.16094 0.39422 0.16276 0.39537 0.16472 0.3963 C 0.16628 0.39676 0.16784 0.39723 0.16953 0.39769 C 0.17982 0.4 0.1836 0.40047 0.19297 0.40186 C 0.19597 0.40325 0.19753 0.40417 0.20104 0.40487 C 0.20443 0.40556 0.20794 0.40579 0.21146 0.40625 C 0.21393 0.40672 0.21628 0.40741 0.21875 0.40764 C 0.26133 0.41389 0.22344 0.40811 0.25339 0.41204 C 0.25638 0.41227 0.25938 0.41297 0.26224 0.41343 L 0.27279 0.41482 C 0.27761 0.41575 0.28242 0.4169 0.28724 0.41783 C 0.28998 0.41829 0.29258 0.41899 0.29531 0.41922 C 0.30339 0.41991 0.31146 0.42014 0.31953 0.42061 C 0.32266 0.42107 0.33633 0.42338 0.33893 0.42338 L 0.42604 0.425 L 0.50182 0.422 C 0.50391 0.422 0.50612 0.42084 0.50821 0.42061 C 0.51224 0.41991 0.51628 0.41968 0.52031 0.41922 C 0.52305 0.41875 0.52565 0.41806 0.52839 0.41783 C 0.53672 0.4169 0.54505 0.4169 0.55339 0.41621 C 0.55847 0.41598 0.56367 0.41528 0.56875 0.41482 C 0.57031 0.41436 0.57201 0.41389 0.57357 0.41343 C 0.57748 0.4125 0.58347 0.41135 0.58724 0.41065 L 0.59701 0.40487 L 0.60182 0.40186 C 0.60261 0.40139 0.60339 0.40093 0.60417 0.40047 L 0.60742 0.39908 C 0.60821 0.39769 0.60886 0.39584 0.6099 0.39468 C 0.61133 0.39329 0.61472 0.3919 0.61472 0.39213 C 0.62071 0.38473 0.61328 0.39399 0.61953 0.38473 C 0.62031 0.38357 0.6211 0.38287 0.62201 0.38195 C 0.62253 0.38056 0.62292 0.37894 0.62357 0.37755 C 0.62435 0.37593 0.62539 0.375 0.62604 0.37338 C 0.62643 0.372 0.62643 0.37037 0.62682 0.36899 C 0.63112 0.35533 0.62748 0.37246 0.63164 0.35463 C 0.63229 0.35186 0.63268 0.34885 0.63321 0.34607 C 0.63347 0.34468 0.63386 0.34329 0.63412 0.34167 C 0.63438 0.33982 0.63451 0.33797 0.6349 0.33612 C 0.63529 0.33311 0.63555 0.32987 0.63646 0.32732 C 0.63698 0.32593 0.63763 0.32477 0.63815 0.32315 C 0.63946 0.3176 0.63998 0.31297 0.6405 0.30741 C 0.64076 0.3044 0.64102 0.30162 0.64128 0.29885 C 0.64193 0.2838 0.64193 0.27778 0.64297 0.26436 C 0.64518 0.23473 0.64219 0.28149 0.64453 0.24422 C 0.64505 0.23542 0.64518 0.22686 0.6461 0.21829 C 0.64649 0.21598 0.64675 0.21366 0.64701 0.21112 C 0.64831 0.19283 0.64727 0.19815 0.64857 0.17686 C 0.64896 0.17014 0.65013 0.15649 0.65013 0.15672 C 0.65078 0.14237 0.6513 0.12825 0.65182 0.11389 C 0.65235 0.09792 0.65222 0.08195 0.65339 0.06644 C 0.65482 0.04885 0.6543 0.05602 0.65586 0.02917 C 0.65651 0.01829 0.65703 0.00556 0.65821 -0.00509 L 0.6599 -0.01944 C 0.66016 -0.02199 0.66029 -0.02453 0.66068 -0.02662 C 0.6612 -0.03055 0.66198 -0.03449 0.66224 -0.03842 C 0.66315 -0.04976 0.6625 -0.04513 0.66393 -0.05254 C 0.66419 -0.05578 0.66419 -0.05925 0.66472 -0.0625 C 0.66498 -0.06458 0.66589 -0.0662 0.66628 -0.06828 C 0.66693 -0.07106 0.66745 -0.07407 0.66797 -0.07685 C 0.66849 -0.08055 0.66901 -0.08449 0.66953 -0.08842 C 0.66979 -0.09074 0.66992 -0.09328 0.67031 -0.0956 C 0.67071 -0.09791 0.67149 -0.10023 0.67201 -0.10277 C 0.67318 -0.1081 0.67253 -0.10648 0.67357 -0.11273 C 0.67383 -0.11412 0.67409 -0.1155 0.67435 -0.11713 C 0.67461 -0.12083 0.67474 -0.12476 0.67513 -0.12847 C 0.67539 -0.12986 0.67578 -0.13125 0.67604 -0.13287 C 0.6763 -0.13518 0.67643 -0.1375 0.67682 -0.14004 C 0.67722 -0.14282 0.67787 -0.1456 0.67839 -0.14861 C 0.67865 -0.15 0.67904 -0.15138 0.67917 -0.15277 C 0.67943 -0.15486 0.67969 -0.15671 0.68008 -0.15856 C 0.68047 -0.16064 0.68125 -0.16226 0.68164 -0.16435 C 0.68229 -0.16805 0.68268 -0.17199 0.68321 -0.17569 C 0.68347 -0.17777 0.68347 -0.17986 0.68412 -0.18148 L 0.68893 -0.19467 L 0.69206 -0.20324 C 0.69271 -0.20578 0.6931 -0.20995 0.69453 -0.2118 C 0.69518 -0.2125 0.6961 -0.2125 0.69701 -0.21319 C 0.69727 -0.21458 0.69727 -0.2162 0.69779 -0.21736 C 0.7 -0.22361 0.70182 -0.22199 0.70508 -0.22731 L 0.70742 -0.23171 C 0.70899 -0.23981 0.70703 -0.2331 0.71068 -0.2375 C 0.71159 -0.23888 0.71224 -0.24074 0.71315 -0.24166 C 0.71459 -0.24421 0.7155 -0.24467 0.71719 -0.24606 L 0.71719 -0.24606 " pathEditMode="relative" rAng="0" ptsTypes="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>
                                      <p:cBhvr>
                                        <p:cTn id="44" dur="6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685" y="136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6000"/>
                            </p:stCondLst>
                            <p:childTnLst>
                              <p:par>
                                <p:cTn id="46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6000"/>
                            </p:stCondLst>
                            <p:childTnLst>
                              <p:par>
                                <p:cTn id="51" presetID="0" presetClass="path" presetSubtype="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71719 -0.24606 L 0.71719 -0.24583 C 0.71472 -0.24537 0.71224 -0.24444 0.7099 -0.24305 C 0.70912 -0.24282 0.70821 -0.24236 0.70742 -0.24166 C 0.70573 -0.24004 0.7043 -0.23796 0.70261 -0.23611 L 0.70026 -0.2331 C 0.69961 -0.23171 0.69935 -0.22986 0.69857 -0.2287 C 0.69766 -0.22754 0.69636 -0.22708 0.69531 -0.22592 C 0.69375 -0.2243 0.69193 -0.22268 0.6905 -0.22037 C 0.68972 -0.21875 0.6888 -0.21736 0.68815 -0.21597 C 0.6875 -0.21458 0.68724 -0.21296 0.68646 -0.21157 C 0.68581 -0.21064 0.6849 -0.21064 0.68412 -0.21018 C 0.6819 -0.20463 0.68216 -0.20463 0.67839 -0.19861 C 0.67774 -0.19768 0.67669 -0.19722 0.67604 -0.19583 C 0.67435 -0.19328 0.67279 -0.19027 0.67123 -0.18726 C 0.67031 -0.18588 0.66966 -0.18449 0.66875 -0.18287 C 0.66771 -0.18148 0.66641 -0.18055 0.6655 -0.1787 C 0.66367 -0.175 0.66224 -0.17106 0.66068 -0.16713 C 0.6599 -0.16527 0.65938 -0.16273 0.65821 -0.16134 C 0.6556 -0.15833 0.65482 -0.15787 0.65261 -0.15277 C 0.65143 -0.15023 0.65065 -0.14699 0.64935 -0.14421 C 0.64102 -0.12569 0.65104 -0.15 0.64297 -0.13425 C 0.64089 -0.13009 0.63946 -0.12523 0.63724 -0.12129 C 0.6362 -0.11944 0.63516 -0.11736 0.63412 -0.1155 C 0.63034 -0.10995 0.63268 -0.11574 0.62917 -0.10833 C 0.62487 -0.09907 0.63099 -0.10972 0.62513 -0.09838 C 0.62344 -0.0949 0.62149 -0.09166 0.61953 -0.08842 C 0.61823 -0.08588 0.61641 -0.08425 0.6155 -0.08125 C 0.61472 -0.07824 0.61406 -0.07523 0.61302 -0.07245 C 0.61237 -0.0706 0.61146 -0.06875 0.61068 -0.06689 C 0.61016 -0.0655 0.60964 -0.06388 0.60912 -0.0625 C 0.60834 -0.06064 0.60729 -0.05879 0.60664 -0.05671 C 0.60599 -0.05463 0.60573 -0.05185 0.60508 -0.04953 C 0.60443 -0.04745 0.60339 -0.04583 0.60261 -0.04398 C 0.60209 -0.04236 0.60156 -0.04097 0.60104 -0.03958 C 0.60039 -0.0368 0.60039 -0.03333 0.59935 -0.03101 C 0.59857 -0.02916 0.59779 -0.02708 0.59701 -0.02523 C 0.59414 -0.01921 0.59492 -0.02291 0.59297 -0.01666 C 0.59232 -0.01481 0.59193 -0.01273 0.59128 -0.01088 C 0.58841 -0.00277 0.58959 -0.00787 0.58724 -0.00092 C 0.58672 0.00093 0.58633 0.00325 0.58568 0.00487 C 0.58425 0.00834 0.58268 0.00973 0.58086 0.01204 C 0.57865 0.02385 0.58034 0.01737 0.57682 0.02639 C 0.57617 0.02778 0.57591 0.0294 0.57513 0.03079 C 0.57448 0.03195 0.57357 0.03264 0.57279 0.03357 C 0.57214 0.03704 0.57188 0.03936 0.57031 0.04213 C 0.56966 0.04329 0.56875 0.04399 0.56797 0.04514 C 0.56732 0.04352 0.56667 0.04237 0.56628 0.04075 C 0.56524 0.03704 0.56498 0.03125 0.56472 0.02778 C 0.56446 0.02547 0.56419 0.02292 0.56393 0.02061 C 0.56133 0.00232 0.56302 0.01875 0.56146 0.00209 C 0.56198 -0.04675 0.56237 -0.0956 0.56302 -0.14421 C 0.56315 -0.15277 0.56393 -0.16134 0.56393 -0.17013 C 0.56393 -0.22523 0.56354 -0.27986 0.56302 -0.33495 C 0.56302 -0.34629 0.5625 -0.35787 0.56224 -0.36921 C 0.56198 -0.38217 0.56172 -0.39513 0.56146 -0.4081 C 0.56172 -0.44675 0.56172 -0.48541 0.56224 -0.52407 C 0.56237 -0.52824 0.56341 -0.53958 0.56393 -0.54421 C 0.55925 -0.54699 0.56354 -0.54583 0.55899 -0.54143 C 0.55755 -0.53981 0.55586 -0.53935 0.55417 -0.53842 L 0.55182 -0.53703 C 0.55013 -0.53518 0.54883 -0.5324 0.54688 -0.53125 C 0.54128 -0.528 0.54831 -0.5324 0.54128 -0.52708 C 0.53932 -0.52546 0.53763 -0.52523 0.53568 -0.52407 C 0.53477 -0.52384 0.53399 -0.52338 0.53321 -0.52268 C 0.52617 -0.51643 0.53594 -0.52291 0.52761 -0.51851 C 0.52591 -0.51759 0.52279 -0.5155 0.52279 -0.51527 L 0.51784 -0.50972 L 0.5155 -0.50694 C 0.51498 -0.50555 0.51459 -0.50393 0.5138 -0.50254 C 0.50847 -0.49305 0.51419 -0.50694 0.5099 -0.4956 C 0.51628 -0.49398 0.52175 -0.49259 0.52839 -0.49259 C 0.53972 -0.49259 0.55091 -0.49351 0.56224 -0.49398 L 0.60821 -0.49259 C 0.60912 -0.49259 0.60977 -0.49143 0.61068 -0.4912 C 0.61498 -0.49027 0.61927 -0.49027 0.62357 -0.48981 C 0.62513 -0.48935 0.62682 -0.48865 0.62839 -0.48842 C 0.63086 -0.48773 0.63334 -0.48773 0.63568 -0.4868 C 0.63737 -0.48634 0.6388 -0.48449 0.6405 -0.48402 C 0.64401 -0.4831 0.64753 -0.4831 0.65104 -0.48263 C 0.6543 -0.48194 0.66159 -0.48009 0.66472 -0.47963 C 0.67357 -0.47893 0.68242 -0.47893 0.69128 -0.47824 C 0.69597 -0.478 0.70052 -0.47731 0.70508 -0.47685 L 0.72279 -0.47546 C 0.72839 -0.47453 0.73412 -0.4743 0.73972 -0.47245 C 0.74805 -0.47013 0.74297 -0.47129 0.75508 -0.46967 C 0.75638 -0.46921 0.75781 -0.46875 0.75912 -0.46828 C 0.7599 -0.46782 0.76068 -0.46713 0.76146 -0.46689 C 0.76511 -0.46527 0.77005 -0.46458 0.77357 -0.46388 C 0.78099 -0.45949 0.7694 -0.4662 0.78008 -0.46111 C 0.78568 -0.45833 0.78568 -0.46064 0.78412 -0.45532 L 0.78412 -0.45509 " pathEditMode="relative" rAng="0" ptsTypes="AAAAAAAAAAAAAAAAAAAAAAAAAAAAAAAAAAAAAAAAAAAAAAAAAAAAAAAAAAAAAAAAAAAAAAAAAAAAAAAAAAAAAAAAAAAA">
                                      <p:cBhvr>
                                        <p:cTn id="5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979" y="-4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8000"/>
                            </p:stCondLst>
                            <p:childTnLst>
                              <p:par>
                                <p:cTn id="54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8000"/>
                            </p:stCondLst>
                            <p:childTnLst>
                              <p:par>
                                <p:cTn id="59" presetID="0" presetClass="path" presetSubtype="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78412 -0.45509 L 0.78412 -0.45486 C 0.78307 -0.45138 0.78216 -0.44745 0.78086 -0.44375 C 0.78021 -0.44166 0.77917 -0.44004 0.77852 -0.43796 C 0.77787 -0.43611 0.77748 -0.43402 0.77682 -0.43217 C 0.77227 -0.41805 0.77852 -0.43958 0.7737 -0.42222 C 0.77175 -0.40902 0.77448 -0.42268 0.77044 -0.41365 C 0.76992 -0.4125 0.77005 -0.41064 0.76966 -0.40925 C 0.76862 -0.40625 0.76732 -0.4037 0.76641 -0.40069 C 0.76589 -0.39884 0.76524 -0.39699 0.76472 -0.3949 C 0.76446 -0.39351 0.76432 -0.39189 0.76393 -0.39074 C 0.76354 -0.38912 0.76289 -0.38773 0.76237 -0.38634 C 0.76185 -0.38356 0.76146 -0.38032 0.76081 -0.37777 C 0.75873 -0.37037 0.75977 -0.37384 0.75755 -0.36759 C 0.7556 -0.35416 0.75834 -0.37083 0.7543 -0.35486 C 0.75391 -0.353 0.75391 -0.35092 0.75352 -0.34907 C 0.75261 -0.3456 0.75091 -0.34305 0.74948 -0.3405 L 0.74779 -0.33194 C 0.74753 -0.33032 0.7474 -0.32893 0.74701 -0.32754 C 0.74505 -0.3206 0.74284 -0.31342 0.74141 -0.30601 C 0.74102 -0.30416 0.74102 -0.30208 0.74063 -0.30023 C 0.74011 -0.29838 0.73946 -0.29652 0.73893 -0.29467 C 0.73815 -0.29097 0.73828 -0.28796 0.73737 -0.28449 C 0.73698 -0.2831 0.7362 -0.28171 0.73568 -0.28032 C 0.73516 -0.278 0.73464 -0.27546 0.73412 -0.27314 C 0.73386 -0.27175 0.73373 -0.27013 0.73334 -0.26875 C 0.73021 -0.25763 0.73294 -0.27106 0.73086 -0.26018 C 0.7306 -0.2574 0.7306 -0.25439 0.73008 -0.25162 C 0.72969 -0.24953 0.72904 -0.24768 0.72852 -0.24583 C 0.72735 -0.24166 0.7263 -0.2375 0.72526 -0.23287 C 0.72435 -0.22916 0.72435 -0.22685 0.7237 -0.22291 C 0.72344 -0.22152 0.72305 -0.22037 0.72279 -0.21851 C 0.72253 -0.21689 0.72227 -0.21481 0.72201 -0.21296 C 0.72175 -0.21041 0.72162 -0.20833 0.72123 -0.20578 C 0.72084 -0.20277 0.72005 -0.20023 0.71966 -0.19722 C 0.7194 -0.19513 0.71914 -0.19328 0.71875 -0.19166 C 0.71836 -0.18958 0.71771 -0.1875 0.71719 -0.18564 C 0.7168 -0.18425 0.71667 -0.18263 0.71641 -0.18148 C 0.71563 -0.17777 0.71459 -0.17384 0.71393 -0.1699 C 0.71263 -0.1618 0.7138 -0.16458 0.71237 -0.15833 C 0.71185 -0.15648 0.7112 -0.15463 0.71068 -0.15254 C 0.71016 -0.14976 0.70977 -0.14675 0.70912 -0.14398 C 0.70807 -0.13935 0.7069 -0.13449 0.70586 -0.12963 C 0.70456 -0.12361 0.70534 -0.12592 0.7043 -0.11828 C 0.70391 -0.11527 0.70235 -0.10902 0.70182 -0.10671 C 0.70156 -0.10208 0.70143 -0.09722 0.70104 -0.09236 C 0.70091 -0.09097 0.70052 -0.08958 0.70026 -0.08819 C 0.69987 -0.08564 0.69974 -0.08333 0.69948 -0.08101 C 0.69922 -0.0743 0.69909 -0.06759 0.6987 -0.06088 C 0.69857 -0.05902 0.69805 -0.05717 0.69779 -0.05509 C 0.69714 -0.05 0.69701 -0.04722 0.69623 -0.04236 C 0.69571 -0.03935 0.69518 -0.03657 0.69466 -0.03356 C 0.6944 -0.03217 0.69401 -0.03078 0.69375 -0.02939 C 0.69128 -0.01134 0.69453 -0.03379 0.69219 -0.01921 C 0.69141 -0.01458 0.69115 -0.01134 0.69063 -0.00671 C 0.69037 0.00024 0.68998 0.00695 0.68972 0.01366 C 0.68946 0.02616 0.69011 0.03866 0.68893 0.0507 C 0.6888 0.05301 0.68724 0.04815 0.68659 0.0463 C 0.68568 0.04468 0.68477 0.04306 0.68412 0.04098 C 0.68321 0.03774 0.68268 0.03403 0.68164 0.03079 C 0.68086 0.02825 0.67956 0.02616 0.67852 0.02362 C 0.67787 0.02223 0.67735 0.02084 0.67682 0.01945 C 0.675 0.00926 0.67617 0.01343 0.6737 0.00649 C 0.67162 -0.00763 0.67448 0.00973 0.67044 -0.00486 C 0.66992 -0.00671 0.67005 -0.00925 0.66966 -0.01088 C 0.66875 -0.01388 0.66641 -0.01921 0.66641 -0.01898 C 0.66615 -0.02129 0.66615 -0.02338 0.66563 -0.025 C 0.66172 -0.0375 0.66263 -0.02685 0.65912 -0.04074 C 0.65742 -0.04722 0.65716 -0.05486 0.65508 -0.06088 C 0.65117 -0.07268 0.65339 -0.0655 0.6487 -0.0824 C 0.64831 -0.08472 0.64844 -0.08726 0.64779 -0.08958 C 0.64505 -0.10023 0.64284 -0.10324 0.63972 -0.1125 C 0.6375 -0.11921 0.63529 -0.12569 0.63334 -0.13263 C 0.63229 -0.13634 0.63138 -0.14027 0.63008 -0.14398 C 0.62735 -0.15231 0.62409 -0.16018 0.62123 -0.16851 C 0.62005 -0.17175 0.61914 -0.17523 0.61797 -0.1787 C 0.61719 -0.18078 0.61641 -0.18333 0.61563 -0.18564 C 0.61419 -0.18958 0.61276 -0.19305 0.61159 -0.19722 C 0.60274 -0.22638 0.60755 -0.2118 0.59701 -0.24004 C 0.59649 -0.24143 0.59597 -0.24305 0.59544 -0.24444 C 0.59193 -0.25254 0.58828 -0.26041 0.5849 -0.26875 C 0.58425 -0.2706 0.58399 -0.27268 0.58334 -0.27453 C 0.58151 -0.27893 0.57917 -0.28263 0.57761 -0.2875 C 0.56979 -0.31203 0.57826 -0.28657 0.57201 -0.30324 C 0.56966 -0.30949 0.56914 -0.31273 0.56641 -0.31898 C 0.56537 -0.32106 0.56419 -0.32268 0.56315 -0.32476 C 0.56068 -0.33773 0.56393 -0.32129 0.55508 -0.34907 C 0.55287 -0.35578 0.55052 -0.36226 0.54857 -0.36921 C 0.54805 -0.37106 0.54753 -0.37291 0.54701 -0.37476 C 0.54636 -0.37731 0.5461 -0.37986 0.54544 -0.38194 C 0.54362 -0.38796 0.54284 -0.3868 0.54141 -0.39213 C 0.54076 -0.39444 0.5405 -0.39699 0.53972 -0.3993 C 0.53841 -0.40347 0.53672 -0.40601 0.5349 -0.40925 C 0.53347 -0.41736 0.5349 -0.41134 0.53008 -0.42083 C 0.52357 -0.43333 0.52774 -0.42777 0.52279 -0.43356 L 0.51953 -0.44236 C 0.51901 -0.44375 0.51888 -0.44606 0.51797 -0.44652 L 0.5155 -0.44791 C 0.51498 -0.45115 0.51459 -0.45532 0.51237 -0.45648 L 0.5099 -0.45509 C 0.50938 -0.4537 0.50873 -0.45231 0.50834 -0.45092 C 0.50625 -0.44351 0.50625 -0.43958 0.50508 -0.43078 C 0.50482 -0.42893 0.50456 -0.42685 0.5043 -0.425 C 0.50404 -0.41597 0.50404 -0.3912 0.50261 -0.37777 C 0.50222 -0.37384 0.50156 -0.37013 0.50104 -0.3662 C 0.49831 -0.32314 0.50222 -0.37662 0.49857 -0.34467 C 0.49792 -0.33819 0.49766 -0.33125 0.49701 -0.32476 C 0.49662 -0.32083 0.49584 -0.31713 0.49544 -0.31319 C 0.4944 -0.30393 0.49492 -0.29791 0.49297 -0.28888 C 0.49219 -0.28518 0.49076 -0.28217 0.48972 -0.2787 C 0.48919 -0.27546 0.48867 -0.27199 0.48815 -0.26875 C 0.48763 -0.26597 0.48698 -0.26296 0.48646 -0.26018 C 0.48594 -0.25648 0.48555 -0.25254 0.4849 -0.24861 C 0.48425 -0.24513 0.48307 -0.24213 0.48242 -0.23865 C 0.47669 -0.20463 0.48307 -0.23263 0.47761 -0.20995 C 0.47735 -0.20671 0.47709 -0.20324 0.47682 -0.20023 C 0.47591 -0.18703 0.47578 -0.17916 0.47279 -0.1655 L 0.46875 -0.14699 C 0.46823 -0.14166 0.46784 -0.13634 0.46719 -0.13125 C 0.4668 -0.128 0.46354 -0.11296 0.46315 -0.11111 C 0.46237 -0.1081 0.46146 -0.10532 0.46068 -0.10254 C 0.4599 -0.09907 0.45404 -0.07314 0.45261 -0.06944 C 0.44766 -0.05625 0.45625 -0.07939 0.44544 -0.04652 C 0.44466 -0.04444 0.44362 -0.04282 0.44297 -0.04074 C 0.43568 -0.01851 0.44271 -0.03842 0.43815 -0.02222 C 0.43711 -0.01875 0.43594 -0.0155 0.4349 -0.01203 C 0.43321 0.00255 0.4349 -0.01088 0.43334 -0.00069 C 0.43294 0.00116 0.43294 0.00325 0.43242 0.0051 C 0.43151 0.0088 0.43034 0.01274 0.4293 0.01644 C 0.42878 0.01852 0.42813 0.02037 0.42761 0.02223 C 0.42539 0.03241 0.42669 0.02709 0.42357 0.03774 C 0.42031 0.06135 0.42539 0.02825 0.42123 0.04815 C 0.42071 0.05047 0.42057 0.05278 0.42031 0.05533 C 0.41979 0.06088 0.41901 0.06667 0.41875 0.07246 C 0.41784 0.09121 0.41849 0.08311 0.41719 0.09676 C 0.41693 0.10348 0.41732 0.11042 0.41641 0.1169 C 0.41615 0.11829 0.41472 0.11899 0.41393 0.11829 C 0.41328 0.11737 0.41081 0.10579 0.41068 0.10533 C 0.39727 0.06528 0.41081 0.11204 0.40261 0.07963 C 0.40052 0.07107 0.39675 0.05834 0.39375 0.0507 C 0.3875 0.0345 0.3888 0.04306 0.3849 0.02662 C 0.38425 0.02385 0.38386 0.02084 0.38334 0.01806 C 0.38177 0.01042 0.38021 0.00348 0.37839 -0.00347 C 0.378 -0.00509 0.37722 -0.00625 0.37682 -0.00787 C 0.37435 -0.01643 0.3711 -0.02453 0.36953 -0.03356 C 0.3668 -0.05 0.36914 -0.04444 0.36472 -0.05231 C 0.36393 -0.05601 0.36341 -0.06018 0.36237 -0.06365 C 0.36016 -0.07106 0.35755 -0.078 0.35508 -0.08518 C 0.34792 -0.10578 0.35404 -0.08726 0.34623 -0.11111 C 0.34505 -0.11435 0.34388 -0.11759 0.34297 -0.12106 C 0.34115 -0.12731 0.33867 -0.1368 0.33646 -0.14259 C 0.33555 -0.14513 0.33425 -0.14722 0.33334 -0.14976 C 0.33125 -0.15532 0.3293 -0.16111 0.32761 -0.16689 C 0.32682 -0.1699 0.32617 -0.17291 0.32526 -0.17569 C 0.3237 -0.18032 0.32188 -0.18402 0.32031 -0.18865 C 0.31706 -0.19814 0.31432 -0.20833 0.31068 -0.21736 C 0.30938 -0.22083 0.30794 -0.22361 0.30664 -0.22708 C 0.29857 -0.25 0.30443 -0.23842 0.29701 -0.25162 C 0.29323 -0.26504 0.29805 -0.24861 0.29219 -0.26458 C 0.28242 -0.2905 0.29388 -0.26273 0.28646 -0.28032 C 0.28516 -0.28703 0.28438 -0.29213 0.28164 -0.29884 C 0.27826 -0.3074 0.27552 -0.31365 0.27279 -0.32314 C 0.27201 -0.32615 0.2711 -0.32893 0.27031 -0.33194 C 0.27005 -0.33333 0.26992 -0.33472 0.26953 -0.33611 C 0.26862 -0.34004 0.26745 -0.34398 0.26628 -0.34768 C 0.26589 -0.34907 0.26511 -0.35046 0.26472 -0.35185 C 0.26406 -0.35416 0.26354 -0.35671 0.26315 -0.35902 C 0.26276 -0.36041 0.26276 -0.36203 0.26224 -0.36342 C 0.26133 -0.36643 0.26016 -0.36921 0.25912 -0.37199 C 0.25755 -0.38588 0.25938 -0.37361 0.25664 -0.38356 C 0.25625 -0.38472 0.25612 -0.38634 0.25586 -0.38773 C 0.25534 -0.38981 0.25469 -0.39143 0.25417 -0.39351 C 0.25365 -0.39629 0.25326 -0.3993 0.25261 -0.40208 C 0.25222 -0.40416 0.25143 -0.40578 0.25104 -0.40787 C 0.25 -0.41203 0.25 -0.41458 0.24935 -0.41921 C 0.24909 -0.42129 0.24896 -0.42314 0.24857 -0.425 C 0.24818 -0.42662 0.2474 -0.42777 0.24701 -0.42939 C 0.24636 -0.43125 0.24584 -0.4331 0.24531 -0.43518 C 0.24505 -0.43657 0.24518 -0.43842 0.24453 -0.43935 C 0.24401 -0.4405 0.24297 -0.44027 0.24219 -0.44074 C 0.23841 -0.45069 0.23946 -0.44606 0.23815 -0.4537 C 0.23724 -0.45277 0.23633 -0.45208 0.23568 -0.45092 C 0.23464 -0.44884 0.23425 -0.44583 0.23321 -0.44375 C 0.23255 -0.44213 0.23164 -0.44074 0.23086 -0.43935 C 0.22982 -0.43564 0.2293 -0.43101 0.22761 -0.428 C 0.22656 -0.42592 0.22539 -0.4243 0.22435 -0.42222 C 0.22201 -0.41736 0.22149 -0.41481 0.21953 -0.40925 C 0.21901 -0.40787 0.21849 -0.40648 0.21797 -0.40486 C 0.21771 -0.40347 0.21667 -0.40185 0.21719 -0.40069 C 0.21797 -0.39838 0.22214 -0.39421 0.22435 -0.39351 C 0.2306 -0.39189 0.23672 -0.39074 0.24297 -0.38912 L 0.29375 -0.39074 C 0.30847 -0.3912 0.31094 -0.39375 0.32761 -0.39629 C 0.33112 -0.39699 0.35834 -0.39907 0.36068 -0.3993 L 0.42435 -0.39791 C 0.42682 -0.39768 0.4293 -0.39675 0.43164 -0.39629 C 0.43828 -0.39537 0.44388 -0.39513 0.45026 -0.39351 C 0.45352 -0.39259 0.46185 -0.39004 0.4655 -0.38773 C 0.47188 -0.38402 0.46875 -0.38541 0.47526 -0.38356 C 0.47682 -0.3824 0.47839 -0.38148 0.48008 -0.38055 C 0.48112 -0.38009 0.48229 -0.37986 0.48334 -0.37916 C 0.48438 -0.37847 0.48542 -0.37708 0.48646 -0.37638 C 0.48724 -0.37569 0.48815 -0.37546 0.48893 -0.37476 C 0.49024 -0.37407 0.49167 -0.37314 0.49297 -0.37199 C 0.50235 -0.36435 0.49636 -0.36805 0.50182 -0.36481 C 0.50313 -0.36296 0.50456 -0.36088 0.50586 -0.35902 C 0.50925 -0.35463 0.51107 -0.35463 0.51393 -0.34629 C 0.51472 -0.34375 0.51537 -0.3412 0.51641 -0.33912 C 0.51719 -0.33726 0.51875 -0.33657 0.51953 -0.33472 C 0.52201 -0.32986 0.52383 -0.3243 0.52604 -0.31898 C 0.528 -0.31412 0.52839 -0.31365 0.53008 -0.30902 C 0.53086 -0.30648 0.53164 -0.30416 0.53255 -0.30185 C 0.53321 -0.29976 0.53425 -0.29814 0.5349 -0.29606 C 0.53555 -0.29375 0.53568 -0.29097 0.53646 -0.28888 C 0.53737 -0.28657 0.53893 -0.28541 0.53972 -0.2831 C 0.54193 -0.27754 0.54336 -0.27152 0.54544 -0.26597 C 0.54636 -0.26342 0.54766 -0.26134 0.54857 -0.25879 C 0.54961 -0.25601 0.55013 -0.25277 0.55104 -0.25023 C 0.55274 -0.24513 0.55443 -0.24305 0.55664 -0.23865 C 0.55755 -0.23402 0.55755 -0.23356 0.55912 -0.22893 C 0.55964 -0.22708 0.56029 -0.22592 0.56068 -0.2243 C 0.56211 -0.21921 0.56341 -0.21388 0.56472 -0.20879 C 0.56511 -0.20717 0.56524 -0.20578 0.5655 -0.20416 C 0.56667 -0.19907 0.56862 -0.19004 0.56953 -0.18425 C 0.57044 -0.1787 0.57084 -0.17245 0.57201 -0.16689 C 0.57279 -0.16319 0.5737 -0.15925 0.57448 -0.15555 C 0.57826 -0.13634 0.57474 -0.14166 0.58008 -0.13541 C 0.58112 -0.12963 0.58203 -0.12384 0.58334 -0.11828 C 0.58685 -0.10208 0.58594 -0.11666 0.58972 -0.09236 C 0.59024 -0.08912 0.59089 -0.08564 0.59141 -0.0824 C 0.59167 -0.08055 0.5918 -0.07847 0.59219 -0.07662 C 0.59479 -0.06435 0.59297 -0.07662 0.59453 -0.06666 C 0.59623 -0.05625 0.59453 -0.0655 0.59623 -0.0537 C 0.59753 -0.04398 0.59662 -0.05601 0.59779 -0.04236 C 0.59818 -0.03842 0.59831 -0.03449 0.59857 -0.03078 C 0.59883 -0.02754 0.59922 -0.02407 0.59948 -0.02083 C 0.59974 -0.01111 0.6 -0.00162 0.60026 0.00787 C 0.60052 0.01852 0.60104 0.04977 0.60104 0.03959 C 0.60104 0.02616 0.60052 0.01274 0.60026 -0.00069 C 0.6 -0.03611 0.59948 -0.07129 0.59948 -0.10671 C 0.59948 -0.12106 0.59935 -0.13541 0.60026 -0.14976 C 0.60039 -0.153 0.60196 -0.15532 0.60261 -0.15833 C 0.60326 -0.16134 0.6056 -0.17777 0.60586 -0.17986 C 0.60651 -0.18564 0.60677 -0.19166 0.60755 -0.19722 C 0.60781 -0.19953 0.60873 -0.20185 0.60912 -0.20416 C 0.61224 -0.22476 0.6086 -0.2125 0.61315 -0.22592 C 0.61771 -0.25856 0.61198 -0.21782 0.61641 -0.24722 C 0.61693 -0.25115 0.61732 -0.25509 0.61797 -0.25879 C 0.61862 -0.26226 0.61966 -0.26527 0.62044 -0.26875 C 0.62578 -0.29328 0.61797 -0.25995 0.62357 -0.2875 C 0.62409 -0.28935 0.62474 -0.2912 0.62526 -0.29305 C 0.62578 -0.29699 0.62656 -0.30069 0.62682 -0.30463 C 0.62735 -0.31088 0.628 -0.32037 0.6293 -0.32615 C 0.6306 -0.33171 0.63255 -0.33657 0.63412 -0.34189 C 0.63438 -0.34421 0.63438 -0.34675 0.6349 -0.34907 C 0.63711 -0.35833 0.64037 -0.36666 0.64219 -0.37638 C 0.64597 -0.39606 0.64362 -0.38842 0.64779 -0.40069 C 0.65143 -0.42291 0.64714 -0.40231 0.65182 -0.41504 C 0.65235 -0.4162 0.65222 -0.41805 0.65261 -0.41921 C 0.65339 -0.42129 0.6543 -0.42314 0.65508 -0.425 C 0.65677 -0.42939 0.65821 -0.43379 0.6599 -0.43796 C 0.66068 -0.43981 0.66159 -0.44166 0.66237 -0.44375 C 0.66315 -0.44606 0.66367 -0.44884 0.66472 -0.45092 C 0.66589 -0.45324 0.66758 -0.45463 0.66875 -0.45648 C 0.67071 -0.45972 0.67227 -0.46388 0.67448 -0.46666 C 0.67604 -0.46851 0.67787 -0.4699 0.6793 -0.47245 C 0.6806 -0.47476 0.68177 -0.47777 0.68334 -0.47963 C 0.68477 -0.48125 0.68659 -0.48101 0.68815 -0.4824 C 0.68959 -0.48379 0.69206 -0.48611 0.69375 -0.4868 C 0.69623 -0.4875 0.6987 -0.48773 0.70104 -0.48819 C 0.70807 -0.4912 0.70482 -0.4905 0.71719 -0.48819 C 0.7181 -0.48796 0.71875 -0.48703 0.71966 -0.4868 C 0.72071 -0.48611 0.72175 -0.48564 0.72279 -0.48518 C 0.72891 -0.478 0.72123 -0.48657 0.72852 -0.48101 C 0.72943 -0.48032 0.72995 -0.4787 0.73086 -0.478 C 0.74167 -0.4699 0.725 -0.48541 0.73815 -0.47384 C 0.74518 -0.46759 0.73932 -0.47083 0.74544 -0.46805 C 0.74675 -0.46666 0.74805 -0.46504 0.74948 -0.46365 C 0.75052 -0.46273 0.75182 -0.46226 0.75274 -0.46088 C 0.75365 -0.45925 0.75404 -0.45648 0.75508 -0.45509 C 0.75651 -0.45347 0.7599 -0.45231 0.7599 -0.45208 C 0.76042 -0.45046 0.76068 -0.44814 0.76159 -0.44652 C 0.76211 -0.44537 0.76328 -0.44583 0.76393 -0.44513 C 0.76563 -0.44351 0.76693 -0.4405 0.76875 -0.43935 L 0.7737 -0.43657 C 0.77422 -0.43518 0.77461 -0.43333 0.77526 -0.43217 C 0.77682 -0.42939 0.77813 -0.42916 0.78008 -0.428 C 0.78438 -0.41643 0.77878 -0.43032 0.78412 -0.42083 C 0.78477 -0.41944 0.78503 -0.41759 0.78581 -0.41643 C 0.78646 -0.41527 0.7875 -0.41481 0.78815 -0.41365 C 0.79649 -0.40046 0.78998 -0.40856 0.79544 -0.40208 C 0.79597 -0.40069 0.79636 -0.39907 0.79701 -0.39791 C 0.79857 -0.39467 0.80065 -0.39259 0.80182 -0.38912 C 0.80404 -0.38356 0.80274 -0.38588 0.80586 -0.38194 C 0.80651 -0.38055 0.80703 -0.37916 0.80755 -0.37777 C 0.80794 -0.37638 0.80781 -0.37453 0.80834 -0.37338 C 0.80899 -0.37199 0.8099 -0.37152 0.81081 -0.3706 C 0.81133 -0.36921 0.81198 -0.36782 0.81237 -0.3662 C 0.81276 -0.36481 0.81263 -0.36319 0.81315 -0.36203 C 0.8138 -0.36064 0.81485 -0.35995 0.81563 -0.35902 C 0.81719 -0.35069 0.81511 -0.35833 0.81888 -0.35185 C 0.81953 -0.35069 0.81966 -0.34884 0.82044 -0.34768 C 0.82188 -0.34537 0.82526 -0.34189 0.82526 -0.34166 C 0.83099 -0.32662 0.82201 -0.34976 0.8293 -0.33333 C 0.83047 -0.33055 0.83151 -0.32754 0.83255 -0.32476 C 0.83307 -0.32314 0.83347 -0.32152 0.83412 -0.32037 L 0.83659 -0.31597 C 0.83685 -0.31458 0.83685 -0.31296 0.83737 -0.3118 C 0.83802 -0.31018 0.83906 -0.30902 0.83985 -0.3074 C 0.84037 -0.30625 0.84089 -0.30463 0.84141 -0.30324 C 0.84167 -0.30185 0.8418 -0.30023 0.84219 -0.29884 C 0.8431 -0.29583 0.84544 -0.29027 0.84544 -0.29004 L 0.84701 -0.28171 C 0.84727 -0.28032 0.8474 -0.27847 0.84792 -0.27731 L 0.85026 -0.27152 C 0.85052 -0.26921 0.85065 -0.26666 0.85104 -0.26458 C 0.85143 -0.26296 0.85222 -0.2618 0.85274 -0.26018 C 0.85313 -0.25879 0.85313 -0.25717 0.85352 -0.25578 C 0.85391 -0.25439 0.85469 -0.25324 0.85508 -0.25162 C 0.85508 -0.25138 0.85716 -0.24074 0.85755 -0.23865 C 0.85781 -0.2375 0.85781 -0.23564 0.85834 -0.23449 L 0.8599 -0.23009 C 0.86068 -0.22638 0.86172 -0.21944 0.86315 -0.21574 C 0.8638 -0.21435 0.86485 -0.21296 0.86563 -0.21134 C 0.86589 -0.20949 0.86589 -0.2074 0.86641 -0.20578 C 0.86823 -0.19907 0.87331 -0.18958 0.87526 -0.18425 C 0.88177 -0.16713 0.87565 -0.18217 0.88086 -0.17129 C 0.88334 -0.16643 0.88399 -0.16365 0.88659 -0.15972 C 0.88737 -0.15879 0.88828 -0.1581 0.88893 -0.15694 C 0.89128 -0.15324 0.89297 -0.14861 0.89544 -0.14537 C 0.89649 -0.14398 0.89766 -0.14282 0.8987 -0.1412 C 0.89935 -0.14004 0.89961 -0.13819 0.90026 -0.1368 C 0.90091 -0.13564 0.90196 -0.13518 0.90274 -0.13402 C 0.90417 -0.13148 0.90521 -0.128 0.90677 -0.12546 C 0.90768 -0.12361 0.90899 -0.12268 0.9099 -0.12106 C 0.91107 -0.11921 0.91198 -0.11713 0.91315 -0.11527 C 0.91419 -0.11388 0.91537 -0.11273 0.91641 -0.11111 C 0.91732 -0.10972 0.91797 -0.1081 0.91888 -0.10671 C 0.91979 -0.10532 0.9211 -0.10416 0.92201 -0.10254 C 0.9237 -0.09976 0.925 -0.09606 0.92696 -0.09375 C 0.92878 -0.09166 0.93138 -0.08842 0.93334 -0.0868 C 0.93998 -0.08078 0.9349 -0.08611 0.93985 -0.0824 C 0.94089 -0.08148 0.94193 -0.08032 0.94297 -0.07963 C 0.94401 -0.07893 0.94518 -0.0787 0.94623 -0.078 C 0.9474 -0.07731 0.94831 -0.07592 0.94948 -0.07523 C 0.95352 -0.07245 0.95156 -0.07523 0.95508 -0.07245 C 0.95677 -0.07106 0.95834 -0.06944 0.96003 -0.06805 C 0.96198 -0.06643 0.96432 -0.06597 0.96641 -0.06527 C 0.96771 -0.06412 0.96901 -0.06296 0.97044 -0.06226 C 0.97201 -0.06157 0.9737 -0.0618 0.97526 -0.06088 C 0.97617 -0.06041 0.97682 -0.05856 0.97774 -0.0581 C 0.97982 -0.05694 0.98203 -0.05717 0.98412 -0.05648 C 0.98503 -0.05601 0.98581 -0.05555 0.98659 -0.05509 C 0.98932 -0.0537 0.9918 -0.053 0.99466 -0.05231 C 0.99727 -0.05162 1 -0.05138 1.00274 -0.05092 C 1.00482 -0.05046 1.00703 -0.04976 1.00912 -0.0493 C 1.01341 -0.04884 1.02214 -0.04791 1.02214 -0.04768 L 1.02214 -0.04791 L 1.02214 -0.04768 L 1.02214 -0.04791 " pathEditMode="relative" rAng="0" ptsTypes="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>
                                      <p:cBhvr>
                                        <p:cTn id="60" dur="4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458" y="26921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grpId="1" nodeType="withEffect">
                                  <p:stCondLst>
                                    <p:cond delay="3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20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2500"/>
                            </p:stCondLst>
                            <p:childTnLst>
                              <p:par>
                                <p:cTn id="69" presetID="10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4000"/>
                            </p:stCondLst>
                            <p:childTnLst>
                              <p:par>
                                <p:cTn id="73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143 0.00324 0.003 0.00625 0.00404 0.00995 C 0.00469 0.01203 0.00456 0.01481 0.00495 0.01713 C 0.00508 0.01852 0.00547 0.0199 0.00573 0.02129 C 0.00664 0.02824 0.00664 0.03125 0.00729 0.03865 C 0.00755 0.04097 0.00794 0.04328 0.00808 0.04583 C 0.00847 0.04907 0.0086 0.05254 0.00899 0.05578 C 0.00755 0.12662 0.00925 0.07662 0.00729 0.10879 C 0.00651 0.12245 0.00703 0.12152 0.00573 0.13171 C 0.00521 0.13565 0.00508 0.13981 0.00404 0.14328 C 0.00248 0.14907 0.00183 0.15046 0.00091 0.15764 L -0.00078 0.16898 L -0.00156 0.17477 C -0.0026 0.21342 -0.00312 0.21666 -0.00156 0.26504 C -0.00143 0.26944 -0.00039 0.27361 0 0.27801 C 0.00039 0.28125 0.00065 0.28472 0.00091 0.28796 C 0.00143 0.29861 0.00209 0.31666 0.00248 0.32662 C 0.00274 0.34722 0.00326 0.36782 0.00326 0.38842 C 0.00326 0.40578 0.00378 0.41273 0.00169 0.42569 C 0.00143 0.42708 0.00117 0.42847 0.00091 0.42986 C 0.00039 0.43194 -0.00026 0.43379 -0.00078 0.43565 C -0.00247 0.44768 -0.00039 0.43588 -0.00312 0.4456 C -0.00351 0.44699 -0.00351 0.44884 -0.00403 0.45 C -0.00456 0.45139 -0.0056 0.45185 -0.00638 0.45277 C -0.00729 0.45416 -0.00781 0.45625 -0.00885 0.45717 C -0.00885 0.45717 -0.01484 0.46065 -0.01601 0.46134 L -0.01849 0.46296 C -0.01953 0.46435 -0.02057 0.46597 -0.02174 0.46713 C -0.02422 0.4699 -0.02526 0.46967 -0.02734 0.47291 C -0.02903 0.47569 -0.03008 0.48032 -0.03216 0.48148 L -0.03711 0.48449 C -0.03789 0.48541 -0.03854 0.48657 -0.03945 0.48727 C -0.04075 0.48819 -0.04219 0.48865 -0.04349 0.48865 C -0.05534 0.48865 -0.06719 0.48773 -0.07903 0.48727 C -0.08008 0.4868 -0.08112 0.48634 -0.08216 0.48588 C -0.08411 0.48495 -0.08594 0.48356 -0.08789 0.48287 C -0.09023 0.48217 -0.09271 0.48194 -0.09505 0.48148 C -0.097 0.48102 -0.09883 0.48055 -0.10078 0.48009 C -0.11081 0.47777 -0.10351 0.47963 -0.11211 0.47731 L -0.16601 0.48009 C -0.16797 0.48032 -0.16979 0.48125 -0.17174 0.48148 C -0.175 0.48217 -0.17812 0.48264 -0.18138 0.48287 C -0.1957 0.48472 -0.19232 0.48379 -0.20482 0.48588 C -0.21523 0.4875 -0.20924 0.48703 -0.22096 0.48865 C -0.23216 0.49004 -0.23997 0.49051 -0.25156 0.49166 L -0.28307 0.49004 C -0.28802 0.48912 -0.29271 0.48426 -0.29752 0.48148 C -0.30117 0.47963 -0.30442 0.47847 -0.30807 0.47731 C -0.30911 0.47615 -0.31015 0.475 -0.3112 0.4743 C -0.31224 0.47361 -0.31341 0.47338 -0.31445 0.47291 C -0.32148 0.47014 -0.32096 0.47106 -0.33138 0.47014 L -0.34596 0.46852 C -0.36094 0.46412 -0.35195 0.4662 -0.38294 0.46852 C -0.38437 0.46875 -0.39088 0.4706 -0.39271 0.47152 C -0.39427 0.47222 -0.39583 0.47361 -0.39752 0.4743 C -0.39961 0.47523 -0.40182 0.47592 -0.40403 0.47731 C -0.40625 0.47847 -0.40781 0.47963 -0.41041 0.48009 C -0.41575 0.48078 -0.42122 0.48102 -0.42656 0.48148 C -0.47851 0.48009 -0.46601 0.50162 -0.4789 0.4787 L -0.4789 0.4787 " pathEditMode="relative" ptsTypes="AAAAAAAAAAAAAAAAAAAAAAAAAAAAAAAAAAAAAAAAAAAAAAAAAAAAAAAAAAAAA">
                                      <p:cBhvr>
                                        <p:cTn id="74" dur="4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143 0.00324 0.003 0.00625 0.00404 0.00995 C 0.00469 0.01203 0.00456 0.01481 0.00495 0.01713 C 0.00508 0.01852 0.00547 0.0199 0.00573 0.02129 C 0.00664 0.02824 0.00664 0.03125 0.00729 0.03865 C 0.00755 0.04097 0.00794 0.04328 0.00808 0.04583 C 0.00847 0.04907 0.0086 0.05254 0.00899 0.05578 C 0.00755 0.12662 0.00925 0.07662 0.00729 0.10879 C 0.00651 0.12245 0.00703 0.12152 0.00573 0.13171 C 0.00521 0.13565 0.00508 0.13981 0.00404 0.14328 C 0.00248 0.14907 0.00183 0.15046 0.00091 0.15764 L -0.00078 0.16898 L -0.00156 0.17477 C -0.0026 0.21342 -0.00312 0.21666 -0.00156 0.26504 C -0.00143 0.26944 -0.00039 0.27361 0 0.27801 C 0.00039 0.28125 0.00065 0.28472 0.00091 0.28796 C 0.00143 0.29861 0.00209 0.31666 0.00248 0.32662 C 0.00274 0.34722 0.00326 0.36782 0.00326 0.38842 C 0.00326 0.40578 0.00378 0.41273 0.00169 0.42569 C 0.00143 0.42708 0.00117 0.42847 0.00091 0.42986 C 0.00039 0.43194 -0.00026 0.43379 -0.00078 0.43565 C -0.00247 0.44768 -0.00039 0.43588 -0.00312 0.4456 C -0.00351 0.44699 -0.00351 0.44884 -0.00403 0.45 C -0.00456 0.45139 -0.0056 0.45185 -0.00638 0.45277 C -0.00729 0.45416 -0.00781 0.45625 -0.00885 0.45717 C -0.00885 0.45717 -0.01484 0.46065 -0.01601 0.46134 L -0.01849 0.46296 C -0.01953 0.46435 -0.02057 0.46597 -0.02174 0.46713 C -0.02422 0.4699 -0.02526 0.46967 -0.02734 0.47291 C -0.02903 0.47569 -0.03008 0.48032 -0.03216 0.48148 L -0.03711 0.48449 C -0.03789 0.48541 -0.03854 0.48657 -0.03945 0.48727 C -0.04075 0.48819 -0.04219 0.48865 -0.04349 0.48865 C -0.05534 0.48865 -0.06719 0.48773 -0.07903 0.48727 C -0.08008 0.4868 -0.08112 0.48634 -0.08216 0.48588 C -0.08411 0.48495 -0.08594 0.48356 -0.08789 0.48287 C -0.09023 0.48217 -0.09271 0.48194 -0.09505 0.48148 C -0.097 0.48102 -0.09883 0.48055 -0.10078 0.48009 C -0.11081 0.47777 -0.10351 0.47963 -0.11211 0.47731 L -0.16601 0.48009 C -0.16797 0.48032 -0.16979 0.48125 -0.17174 0.48148 C -0.175 0.48217 -0.17812 0.48264 -0.18138 0.48287 C -0.1957 0.48472 -0.19232 0.48379 -0.20482 0.48588 C -0.21523 0.4875 -0.20924 0.48703 -0.22096 0.48865 C -0.23216 0.49004 -0.23997 0.49051 -0.25156 0.49166 L -0.28307 0.49004 C -0.28802 0.48912 -0.29271 0.48426 -0.29752 0.48148 C -0.30117 0.47963 -0.30442 0.47847 -0.30807 0.47731 C -0.30911 0.47615 -0.31015 0.475 -0.3112 0.4743 C -0.31224 0.47361 -0.31341 0.47338 -0.31445 0.47291 C -0.32148 0.47014 -0.32096 0.47106 -0.33138 0.47014 L -0.34596 0.46852 C -0.36094 0.46412 -0.35195 0.4662 -0.38294 0.46852 C -0.38437 0.46875 -0.39088 0.4706 -0.39271 0.47152 C -0.39427 0.47222 -0.39583 0.47361 -0.39752 0.4743 C -0.39961 0.47523 -0.40182 0.47592 -0.40403 0.47731 C -0.40625 0.47847 -0.40781 0.47963 -0.41041 0.48009 C -0.41575 0.48078 -0.42122 0.48102 -0.42656 0.48148 C -0.47851 0.48009 -0.46601 0.50162 -0.4789 0.4787 L -0.4789 0.4787 " pathEditMode="relative" ptsTypes="AAAAAAAAAAAAAAAAAAAAAAAAAAAAAAAAAAAAAAAAAAAAAAAAAAAAAAAAAAAAA">
                                      <p:cBhvr>
                                        <p:cTn id="76" dur="4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380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38500"/>
                            </p:stCondLst>
                            <p:childTnLst>
                              <p:par>
                                <p:cTn id="82" presetID="10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5" grpId="1" animBg="1"/>
      <p:bldP spid="5" grpId="2" animBg="1"/>
      <p:bldP spid="5" grpId="3" animBg="1"/>
      <p:bldP spid="5" grpId="4" animBg="1"/>
      <p:bldP spid="5" grpId="5" animBg="1"/>
      <p:bldP spid="5" grpId="6" animBg="1"/>
      <p:bldP spid="5" grpId="7" animBg="1"/>
      <p:bldP spid="12" grpId="0" animBg="1"/>
      <p:bldP spid="13" grpId="0" animBg="1"/>
      <p:bldP spid="13" grpId="1" animBg="1"/>
      <p:bldP spid="14" grpId="0" animBg="1"/>
      <p:bldP spid="14" grpId="1" animBg="1"/>
      <p:bldP spid="17" grpId="0" animBg="1"/>
      <p:bldP spid="18" grpId="0" animBg="1"/>
      <p:bldP spid="19" grpId="0" animBg="1"/>
      <p:bldP spid="20" grpId="0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939572" y="416420"/>
            <a:ext cx="5724644" cy="1754326"/>
          </a:xfrm>
          <a:prstGeom prst="rect">
            <a:avLst/>
          </a:prstGeom>
          <a:ln w="38100">
            <a:solidFill>
              <a:srgbClr val="5B9BD5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chemeClr val="accent2">
                    <a:lumMod val="75000"/>
                  </a:schemeClr>
                </a:solidFill>
              </a:rPr>
              <a:t>恭喜通关</a:t>
            </a:r>
            <a:r>
              <a:rPr lang="en-US" altLang="zh-CN" sz="3600" dirty="0" smtClean="0">
                <a:solidFill>
                  <a:srgbClr val="002060"/>
                </a:solidFill>
              </a:rPr>
              <a:t>Normal</a:t>
            </a:r>
            <a:r>
              <a:rPr lang="zh-CN" altLang="en-US" sz="3600" dirty="0" smtClean="0">
                <a:solidFill>
                  <a:schemeClr val="accent2">
                    <a:lumMod val="75000"/>
                  </a:schemeClr>
                </a:solidFill>
              </a:rPr>
              <a:t>难度！</a:t>
            </a:r>
            <a:endParaRPr lang="en-US" altLang="zh-CN" sz="3600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zh-CN" altLang="en-US" sz="3600" dirty="0" smtClean="0">
                <a:solidFill>
                  <a:schemeClr val="accent2">
                    <a:lumMod val="75000"/>
                  </a:schemeClr>
                </a:solidFill>
              </a:rPr>
              <a:t>返回界面尝试新的难度吧！</a:t>
            </a:r>
            <a:endParaRPr lang="en-US" altLang="zh-CN" sz="3600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zh-CN" altLang="en-US" sz="3600" dirty="0">
                <a:solidFill>
                  <a:schemeClr val="accent2">
                    <a:lumMod val="75000"/>
                  </a:schemeClr>
                </a:solidFill>
              </a:rPr>
              <a:t>感谢您的</a:t>
            </a:r>
            <a:r>
              <a:rPr lang="zh-CN" altLang="en-US" sz="3600" dirty="0" smtClean="0">
                <a:solidFill>
                  <a:schemeClr val="accent2">
                    <a:lumMod val="75000"/>
                  </a:schemeClr>
                </a:solidFill>
              </a:rPr>
              <a:t>游玩！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2602169" y="3500043"/>
            <a:ext cx="2031325" cy="646331"/>
          </a:xfrm>
          <a:prstGeom prst="rect">
            <a:avLst/>
          </a:prstGeom>
          <a:ln w="381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rgbClr val="7030A0"/>
                </a:solidFill>
              </a:rPr>
              <a:t>返回界面</a:t>
            </a:r>
            <a:endParaRPr lang="zh-CN" altLang="en-US" sz="3600" dirty="0">
              <a:solidFill>
                <a:srgbClr val="7030A0"/>
              </a:solidFill>
            </a:endParaRPr>
          </a:p>
        </p:txBody>
      </p:sp>
      <p:sp>
        <p:nvSpPr>
          <p:cNvPr id="7" name="文本框 6">
            <a:hlinkClick r:id="rId3" action="ppaction://hlinksldjump"/>
          </p:cNvPr>
          <p:cNvSpPr txBox="1"/>
          <p:nvPr/>
        </p:nvSpPr>
        <p:spPr>
          <a:xfrm>
            <a:off x="5829127" y="2716992"/>
            <a:ext cx="1215103" cy="1200329"/>
          </a:xfrm>
          <a:prstGeom prst="rect">
            <a:avLst/>
          </a:prstGeom>
          <a:ln w="38100">
            <a:solidFill>
              <a:srgbClr val="5B9BD5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rgbClr val="00B050"/>
                </a:solidFill>
              </a:rPr>
              <a:t>再玩一遍</a:t>
            </a:r>
            <a:endParaRPr lang="zh-CN" altLang="en-US" sz="3600" dirty="0">
              <a:solidFill>
                <a:srgbClr val="00B050"/>
              </a:solidFill>
            </a:endParaRPr>
          </a:p>
        </p:txBody>
      </p:sp>
      <p:sp>
        <p:nvSpPr>
          <p:cNvPr id="6" name="文本框 5">
            <a:hlinkClick r:id="" action="ppaction://hlinkshowjump?jump=endshow"/>
          </p:cNvPr>
          <p:cNvSpPr txBox="1"/>
          <p:nvPr/>
        </p:nvSpPr>
        <p:spPr>
          <a:xfrm>
            <a:off x="10219534" y="6253999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退出游戏</a:t>
            </a:r>
          </a:p>
        </p:txBody>
      </p:sp>
      <p:sp>
        <p:nvSpPr>
          <p:cNvPr id="9" name="文本框 8">
            <a:hlinkClick r:id="rId4" action="ppaction://hlinksldjump"/>
          </p:cNvPr>
          <p:cNvSpPr txBox="1"/>
          <p:nvPr/>
        </p:nvSpPr>
        <p:spPr>
          <a:xfrm>
            <a:off x="9200385" y="1046344"/>
            <a:ext cx="1215103" cy="1200329"/>
          </a:xfrm>
          <a:prstGeom prst="rect">
            <a:avLst/>
          </a:prstGeom>
          <a:ln w="38100">
            <a:solidFill>
              <a:srgbClr val="ED7D3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rgbClr val="ED7D31"/>
                </a:solidFill>
              </a:rPr>
              <a:t>接着</a:t>
            </a:r>
            <a:r>
              <a:rPr lang="zh-CN" altLang="en-US" sz="3600" dirty="0">
                <a:solidFill>
                  <a:srgbClr val="ED7D31"/>
                </a:solidFill>
              </a:rPr>
              <a:t>闯关</a:t>
            </a:r>
            <a:r>
              <a:rPr lang="zh-CN" altLang="en-US" sz="3600" dirty="0" smtClean="0">
                <a:solidFill>
                  <a:srgbClr val="ED7D31"/>
                </a:solidFill>
              </a:rPr>
              <a:t>！</a:t>
            </a:r>
            <a:endParaRPr lang="zh-CN" altLang="en-US" sz="36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1577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6063" y="162420"/>
            <a:ext cx="2578078" cy="954107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600" dirty="0" smtClean="0">
                <a:solidFill>
                  <a:schemeClr val="accent2">
                    <a:lumMod val="50000"/>
                  </a:schemeClr>
                </a:solidFill>
              </a:rPr>
              <a:t>Hard </a:t>
            </a:r>
            <a:r>
              <a:rPr lang="zh-CN" altLang="en-US" sz="3600" dirty="0" smtClean="0">
                <a:solidFill>
                  <a:schemeClr val="accent2">
                    <a:lumMod val="75000"/>
                  </a:schemeClr>
                </a:solidFill>
              </a:rPr>
              <a:t>第一关</a:t>
            </a:r>
            <a:endParaRPr lang="en-US" altLang="zh-CN" sz="3600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zh-CN" altLang="en-US" sz="2000" dirty="0" smtClean="0">
                <a:solidFill>
                  <a:schemeClr val="accent2">
                    <a:lumMod val="75000"/>
                  </a:schemeClr>
                </a:solidFill>
              </a:rPr>
              <a:t>难度：</a:t>
            </a:r>
            <a:r>
              <a:rPr lang="en-US" altLang="zh-CN" sz="2000" dirty="0" smtClean="0">
                <a:solidFill>
                  <a:schemeClr val="accent5">
                    <a:lumMod val="75000"/>
                  </a:schemeClr>
                </a:solidFill>
              </a:rPr>
              <a:t>2.5</a:t>
            </a:r>
            <a:endParaRPr lang="zh-CN" alt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矩形 4">
            <a:hlinkHover r:id="" action="ppaction://hlinkshowjump?jump=lastslide"/>
          </p:cNvPr>
          <p:cNvSpPr/>
          <p:nvPr/>
        </p:nvSpPr>
        <p:spPr>
          <a:xfrm>
            <a:off x="11788877" y="162420"/>
            <a:ext cx="403124" cy="653316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6" name="矩形 5">
            <a:hlinkHover r:id="" action="ppaction://hlinkshowjump?jump=lastslide"/>
          </p:cNvPr>
          <p:cNvSpPr/>
          <p:nvPr/>
        </p:nvSpPr>
        <p:spPr>
          <a:xfrm rot="5400000">
            <a:off x="7531441" y="-4498139"/>
            <a:ext cx="162420" cy="9158699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8" name="矩形 7">
            <a:hlinkHover r:id="" action="ppaction://hlinkshowjump?jump=lastslide"/>
          </p:cNvPr>
          <p:cNvSpPr/>
          <p:nvPr/>
        </p:nvSpPr>
        <p:spPr>
          <a:xfrm rot="5400000">
            <a:off x="7531440" y="2197441"/>
            <a:ext cx="162420" cy="9158699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10" name="矩形 9">
            <a:hlinkHover r:id="" action="ppaction://hlinkshowjump?jump=lastslide"/>
          </p:cNvPr>
          <p:cNvSpPr/>
          <p:nvPr/>
        </p:nvSpPr>
        <p:spPr>
          <a:xfrm>
            <a:off x="7080996" y="114301"/>
            <a:ext cx="596451" cy="336736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11" name="矩形 10">
            <a:hlinkHover r:id="" action="ppaction://hlinkshowjump?jump=lastslide"/>
          </p:cNvPr>
          <p:cNvSpPr/>
          <p:nvPr/>
        </p:nvSpPr>
        <p:spPr>
          <a:xfrm>
            <a:off x="3048049" y="162419"/>
            <a:ext cx="403124" cy="6695581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91840" y="1318510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/>
              <a:t>会重复之前的轨迹，</a:t>
            </a:r>
            <a:endParaRPr lang="en-US" altLang="zh-CN" sz="2000" dirty="0" smtClean="0"/>
          </a:p>
          <a:p>
            <a:r>
              <a:rPr lang="zh-CN" altLang="en-US" sz="2000" dirty="0" smtClean="0"/>
              <a:t>请注意不要被坑到了。</a:t>
            </a:r>
            <a:endParaRPr lang="en-US" altLang="zh-CN" sz="2000" dirty="0" smtClean="0"/>
          </a:p>
        </p:txBody>
      </p:sp>
      <p:sp>
        <p:nvSpPr>
          <p:cNvPr id="15" name="矩形 14">
            <a:hlinkHover r:id="" action="ppaction://hlinkshowjump?jump=lastslide"/>
          </p:cNvPr>
          <p:cNvSpPr/>
          <p:nvPr/>
        </p:nvSpPr>
        <p:spPr>
          <a:xfrm rot="5400000">
            <a:off x="9706896" y="1713459"/>
            <a:ext cx="437535" cy="3726425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16" name="矩形 15">
            <a:hlinkHover r:id="" action="ppaction://hlinkshowjump?jump=lastslide"/>
          </p:cNvPr>
          <p:cNvSpPr/>
          <p:nvPr/>
        </p:nvSpPr>
        <p:spPr>
          <a:xfrm rot="16200000">
            <a:off x="6776373" y="2416462"/>
            <a:ext cx="437535" cy="3195485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17" name="矩形 16">
            <a:hlinkHover r:id="" action="ppaction://hlinkshowjump?jump=lastslide"/>
          </p:cNvPr>
          <p:cNvSpPr/>
          <p:nvPr/>
        </p:nvSpPr>
        <p:spPr>
          <a:xfrm>
            <a:off x="6182079" y="599955"/>
            <a:ext cx="559758" cy="3195485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18" name="矩形 17">
            <a:hlinkHover r:id="" action="ppaction://hlinkshowjump?jump=lastslide"/>
          </p:cNvPr>
          <p:cNvSpPr/>
          <p:nvPr/>
        </p:nvSpPr>
        <p:spPr>
          <a:xfrm>
            <a:off x="5399980" y="162418"/>
            <a:ext cx="437535" cy="3195485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19" name="矩形 18">
            <a:hlinkHover r:id="" action="ppaction://hlinkshowjump?jump=lastslide"/>
          </p:cNvPr>
          <p:cNvSpPr/>
          <p:nvPr/>
        </p:nvSpPr>
        <p:spPr>
          <a:xfrm>
            <a:off x="4548461" y="2920366"/>
            <a:ext cx="437535" cy="3473371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20" name="矩形 19">
            <a:hlinkHover r:id="" action="ppaction://hlinkshowjump?jump=lastslide"/>
          </p:cNvPr>
          <p:cNvSpPr/>
          <p:nvPr/>
        </p:nvSpPr>
        <p:spPr>
          <a:xfrm rot="16200000">
            <a:off x="4973575" y="2934080"/>
            <a:ext cx="437535" cy="41011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21" name="矩形 20">
            <a:hlinkHover r:id="" action="ppaction://hlinkshowjump?jump=lastslide"/>
          </p:cNvPr>
          <p:cNvSpPr/>
          <p:nvPr/>
        </p:nvSpPr>
        <p:spPr>
          <a:xfrm rot="16200000">
            <a:off x="7858895" y="2935703"/>
            <a:ext cx="573229" cy="6342839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7" name="椭圆 6"/>
          <p:cNvSpPr/>
          <p:nvPr/>
        </p:nvSpPr>
        <p:spPr>
          <a:xfrm>
            <a:off x="25054" y="1515137"/>
            <a:ext cx="509206" cy="314632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hlinkHover r:id="" action="ppaction://hlinkshowjump?jump=lastslide"/>
          </p:cNvPr>
          <p:cNvSpPr/>
          <p:nvPr/>
        </p:nvSpPr>
        <p:spPr>
          <a:xfrm>
            <a:off x="5865378" y="5881960"/>
            <a:ext cx="509206" cy="314632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>
            <a:hlinkHover r:id="" action="ppaction://hlinkshowjump?jump=lastslide"/>
          </p:cNvPr>
          <p:cNvSpPr/>
          <p:nvPr/>
        </p:nvSpPr>
        <p:spPr>
          <a:xfrm>
            <a:off x="8145509" y="5881960"/>
            <a:ext cx="509206" cy="314632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>
            <a:hlinkHover r:id="" action="ppaction://hlinkshowjump?jump=lastslide"/>
          </p:cNvPr>
          <p:cNvSpPr/>
          <p:nvPr/>
        </p:nvSpPr>
        <p:spPr>
          <a:xfrm>
            <a:off x="6930443" y="3893037"/>
            <a:ext cx="509206" cy="314632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>
            <a:hlinkHover r:id="" action="ppaction://hlinkshowjump?jump=lastslide"/>
          </p:cNvPr>
          <p:cNvSpPr/>
          <p:nvPr/>
        </p:nvSpPr>
        <p:spPr>
          <a:xfrm>
            <a:off x="9399298" y="3638120"/>
            <a:ext cx="509206" cy="314632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>
            <a:hlinkHover r:id="" action="ppaction://hlinkshowjump?jump=lastslide"/>
          </p:cNvPr>
          <p:cNvSpPr/>
          <p:nvPr/>
        </p:nvSpPr>
        <p:spPr>
          <a:xfrm>
            <a:off x="10789094" y="5718144"/>
            <a:ext cx="509206" cy="314632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hlinkHover r:id="" action="ppaction://hlinkshowjump?jump=lastslide"/>
          </p:cNvPr>
          <p:cNvSpPr/>
          <p:nvPr/>
        </p:nvSpPr>
        <p:spPr>
          <a:xfrm rot="16200000">
            <a:off x="3579239" y="5297896"/>
            <a:ext cx="1351188" cy="840495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28" name="矩形 27">
            <a:hlinkHover r:id="" action="ppaction://hlinkshowjump?jump=lastslide"/>
          </p:cNvPr>
          <p:cNvSpPr/>
          <p:nvPr/>
        </p:nvSpPr>
        <p:spPr>
          <a:xfrm rot="16200000">
            <a:off x="3236292" y="3531257"/>
            <a:ext cx="1253431" cy="906711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29" name="矩形 28">
            <a:hlinkHover r:id="" action="ppaction://hlinkshowjump?jump=lastslide"/>
          </p:cNvPr>
          <p:cNvSpPr/>
          <p:nvPr/>
        </p:nvSpPr>
        <p:spPr>
          <a:xfrm rot="16200000">
            <a:off x="3035656" y="1398886"/>
            <a:ext cx="2320410" cy="722548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30" name="矩形 29">
            <a:hlinkHover r:id="rId2" action="ppaction://hlinksldjump"/>
          </p:cNvPr>
          <p:cNvSpPr/>
          <p:nvPr/>
        </p:nvSpPr>
        <p:spPr>
          <a:xfrm rot="18811015">
            <a:off x="4773343" y="2327828"/>
            <a:ext cx="420685" cy="411010"/>
          </a:xfrm>
          <a:prstGeom prst="rect">
            <a:avLst/>
          </a:prstGeom>
          <a:noFill/>
          <a:ln w="57150">
            <a:solidFill>
              <a:srgbClr val="FFC000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" name="矩形 30">
            <a:hlinkHover r:id="rId2" action="ppaction://hlinksldjump"/>
          </p:cNvPr>
          <p:cNvSpPr/>
          <p:nvPr/>
        </p:nvSpPr>
        <p:spPr>
          <a:xfrm>
            <a:off x="4780649" y="2320434"/>
            <a:ext cx="406074" cy="425798"/>
          </a:xfrm>
          <a:prstGeom prst="rect">
            <a:avLst/>
          </a:prstGeom>
          <a:noFill/>
          <a:ln w="57150">
            <a:solidFill>
              <a:srgbClr val="FFC000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4" name="矩形 33">
            <a:hlinkHover r:id="rId3" action="ppaction://hlinksldjump"/>
          </p:cNvPr>
          <p:cNvSpPr/>
          <p:nvPr/>
        </p:nvSpPr>
        <p:spPr>
          <a:xfrm rot="18811015">
            <a:off x="-1489565" y="2114930"/>
            <a:ext cx="420685" cy="411010"/>
          </a:xfrm>
          <a:prstGeom prst="rect">
            <a:avLst/>
          </a:prstGeom>
          <a:noFill/>
          <a:ln w="57150">
            <a:solidFill>
              <a:srgbClr val="FFC000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" name="矩形 34">
            <a:hlinkHover r:id="rId3" action="ppaction://hlinksldjump"/>
          </p:cNvPr>
          <p:cNvSpPr/>
          <p:nvPr/>
        </p:nvSpPr>
        <p:spPr>
          <a:xfrm>
            <a:off x="-1482259" y="2107536"/>
            <a:ext cx="406074" cy="425798"/>
          </a:xfrm>
          <a:prstGeom prst="rect">
            <a:avLst/>
          </a:prstGeom>
          <a:noFill/>
          <a:ln w="57150">
            <a:solidFill>
              <a:srgbClr val="FFC000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8661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 0 -0.00065 -0.1949 -0.00091 -0.29236 C -0.00065 -0.19606 0 0 0 0 Z " pathEditMode="relative" ptsTypes="AAA">
                                      <p:cBhvr>
                                        <p:cTn id="6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4.44444E-6 C -2.29167E-6 0.00023 -0.00065 -0.19491 -0.00091 -0.29237 C -0.00065 -0.19607 -2.29167E-6 4.44444E-6 -2.29167E-6 0.00023 L -2.29167E-6 4.44444E-6 Z " pathEditMode="relative" rAng="0" ptsTypes="AAAA">
                                      <p:cBhvr>
                                        <p:cTn id="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1460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195 0.28658 L 0 0 Z " pathEditMode="relative" ptsTypes="AAA">
                                      <p:cBhvr>
                                        <p:cTn id="10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2.22222E-6 L -0.00196 0.28658 L 3.125E-6 -2.22222E-6 Z " pathEditMode="relative" rAng="0" ptsTypes="AAA">
                                      <p:cBhvr>
                                        <p:cTn id="12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" y="14329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repeatCount="indefinite" accel="49000" decel="5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2.96296E-6 C 8.33333E-7 0.00023 -0.00065 -0.1949 -0.00091 -0.29236 C -0.00065 -0.19606 8.33333E-7 -2.96296E-6 8.33333E-7 0.00023 L 8.33333E-7 -2.96296E-6 Z " pathEditMode="relative" rAng="0" ptsTypes="AAAA">
                                      <p:cBhvr>
                                        <p:cTn id="14" dur="1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146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hlinkHover r:id="" action="ppaction://hlinkshowjump?jump=lastslide"/>
          </p:cNvPr>
          <p:cNvSpPr/>
          <p:nvPr/>
        </p:nvSpPr>
        <p:spPr>
          <a:xfrm>
            <a:off x="5397398" y="1829769"/>
            <a:ext cx="559758" cy="1965667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9" name="矩形 8">
            <a:hlinkHover r:id="" action="ppaction://hlinkshowjump?jump=lastslide"/>
          </p:cNvPr>
          <p:cNvSpPr/>
          <p:nvPr/>
        </p:nvSpPr>
        <p:spPr>
          <a:xfrm rot="16200000">
            <a:off x="4134302" y="-338866"/>
            <a:ext cx="324280" cy="8592883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83479" y="100336"/>
            <a:ext cx="2578078" cy="954107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600" dirty="0" smtClean="0">
                <a:solidFill>
                  <a:schemeClr val="accent2">
                    <a:lumMod val="50000"/>
                  </a:schemeClr>
                </a:solidFill>
              </a:rPr>
              <a:t>Hard </a:t>
            </a:r>
            <a:r>
              <a:rPr lang="zh-CN" altLang="en-US" sz="3600" dirty="0" smtClean="0">
                <a:solidFill>
                  <a:schemeClr val="accent2">
                    <a:lumMod val="75000"/>
                  </a:schemeClr>
                </a:solidFill>
              </a:rPr>
              <a:t>第二关</a:t>
            </a:r>
            <a:endParaRPr lang="en-US" altLang="zh-CN" sz="3600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zh-CN" altLang="en-US" sz="2000" dirty="0" smtClean="0">
                <a:solidFill>
                  <a:schemeClr val="accent2">
                    <a:lumMod val="75000"/>
                  </a:schemeClr>
                </a:solidFill>
              </a:rPr>
              <a:t>难度：</a:t>
            </a:r>
            <a:r>
              <a:rPr lang="en-US" altLang="zh-CN" sz="2000" dirty="0" smtClean="0">
                <a:solidFill>
                  <a:schemeClr val="accent5">
                    <a:lumMod val="75000"/>
                  </a:schemeClr>
                </a:solidFill>
              </a:rPr>
              <a:t>2.6</a:t>
            </a:r>
            <a:endParaRPr lang="zh-CN" alt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1" name="矩形 10">
            <a:hlinkHover r:id="" action="ppaction://hlinkshowjump?jump=lastslide"/>
          </p:cNvPr>
          <p:cNvSpPr/>
          <p:nvPr/>
        </p:nvSpPr>
        <p:spPr>
          <a:xfrm>
            <a:off x="-3787" y="1116527"/>
            <a:ext cx="559758" cy="2678907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12" name="矩形 11">
            <a:hlinkHover r:id="" action="ppaction://hlinkshowjump?jump=lastslide"/>
          </p:cNvPr>
          <p:cNvSpPr/>
          <p:nvPr/>
        </p:nvSpPr>
        <p:spPr>
          <a:xfrm rot="16200000">
            <a:off x="4984132" y="-1450598"/>
            <a:ext cx="328384" cy="6889118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13" name="矩形 12">
            <a:hlinkHover r:id="" action="ppaction://hlinkshowjump?jump=lastslide"/>
          </p:cNvPr>
          <p:cNvSpPr/>
          <p:nvPr/>
        </p:nvSpPr>
        <p:spPr>
          <a:xfrm rot="16200000">
            <a:off x="1696571" y="-24074"/>
            <a:ext cx="151834" cy="2433036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14" name="矩形 13">
            <a:hlinkHover r:id="" action="ppaction://hlinkshowjump?jump=lastslide"/>
          </p:cNvPr>
          <p:cNvSpPr/>
          <p:nvPr/>
        </p:nvSpPr>
        <p:spPr>
          <a:xfrm>
            <a:off x="2989004" y="0"/>
            <a:ext cx="264893" cy="1268361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15" name="矩形 14">
            <a:hlinkHover r:id="" action="ppaction://hlinkshowjump?jump=lastslide"/>
          </p:cNvPr>
          <p:cNvSpPr/>
          <p:nvPr/>
        </p:nvSpPr>
        <p:spPr>
          <a:xfrm rot="16200000">
            <a:off x="7590212" y="-4336316"/>
            <a:ext cx="265471" cy="8938103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16" name="矩形 15">
            <a:hlinkHover r:id="" action="ppaction://hlinkshowjump?jump=lastslide"/>
          </p:cNvPr>
          <p:cNvSpPr/>
          <p:nvPr/>
        </p:nvSpPr>
        <p:spPr>
          <a:xfrm>
            <a:off x="8033125" y="2027925"/>
            <a:ext cx="559758" cy="1965667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18" name="矩形 17">
            <a:hlinkHover r:id="" action="ppaction://hlinkshowjump?jump=lastslide"/>
          </p:cNvPr>
          <p:cNvSpPr/>
          <p:nvPr/>
        </p:nvSpPr>
        <p:spPr>
          <a:xfrm>
            <a:off x="3799656" y="826880"/>
            <a:ext cx="559758" cy="1201046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19" name="矩形 18">
            <a:hlinkHover r:id="" action="ppaction://hlinkshowjump?jump=lastslide"/>
          </p:cNvPr>
          <p:cNvSpPr/>
          <p:nvPr/>
        </p:nvSpPr>
        <p:spPr>
          <a:xfrm>
            <a:off x="4847295" y="192486"/>
            <a:ext cx="559758" cy="1201046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20" name="矩形 19">
            <a:hlinkHover r:id="" action="ppaction://hlinkshowjump?jump=lastslide"/>
          </p:cNvPr>
          <p:cNvSpPr/>
          <p:nvPr/>
        </p:nvSpPr>
        <p:spPr>
          <a:xfrm>
            <a:off x="5828016" y="826879"/>
            <a:ext cx="559758" cy="1201046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21" name="矩形 20">
            <a:hlinkHover r:id="" action="ppaction://hlinkshowjump?jump=lastslide"/>
          </p:cNvPr>
          <p:cNvSpPr/>
          <p:nvPr/>
        </p:nvSpPr>
        <p:spPr>
          <a:xfrm>
            <a:off x="6818392" y="219997"/>
            <a:ext cx="559758" cy="1201046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22" name="矩形 21">
            <a:hlinkHover r:id="" action="ppaction://hlinkshowjump?jump=lastslide"/>
          </p:cNvPr>
          <p:cNvSpPr/>
          <p:nvPr/>
        </p:nvSpPr>
        <p:spPr>
          <a:xfrm>
            <a:off x="8026126" y="792914"/>
            <a:ext cx="559758" cy="1201046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23" name="矩形 22">
            <a:hlinkHover r:id="" action="ppaction://hlinkshowjump?jump=lastslide"/>
          </p:cNvPr>
          <p:cNvSpPr/>
          <p:nvPr/>
        </p:nvSpPr>
        <p:spPr>
          <a:xfrm>
            <a:off x="9016502" y="219996"/>
            <a:ext cx="559758" cy="1773963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24" name="矩形 23">
            <a:hlinkHover r:id="" action="ppaction://hlinkshowjump?jump=lastslide"/>
          </p:cNvPr>
          <p:cNvSpPr/>
          <p:nvPr/>
        </p:nvSpPr>
        <p:spPr>
          <a:xfrm>
            <a:off x="8583895" y="2468265"/>
            <a:ext cx="559758" cy="1201046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25" name="矩形 24">
            <a:hlinkHover r:id="" action="ppaction://hlinkshowjump?jump=lastslide"/>
          </p:cNvPr>
          <p:cNvSpPr/>
          <p:nvPr/>
        </p:nvSpPr>
        <p:spPr>
          <a:xfrm>
            <a:off x="10000718" y="1728733"/>
            <a:ext cx="559758" cy="1201046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26" name="矩形 25">
            <a:hlinkHover r:id="" action="ppaction://hlinkshowjump?jump=lastslide"/>
          </p:cNvPr>
          <p:cNvSpPr/>
          <p:nvPr/>
        </p:nvSpPr>
        <p:spPr>
          <a:xfrm>
            <a:off x="11165732" y="2277595"/>
            <a:ext cx="809432" cy="1466178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27" name="矩形 26">
            <a:hlinkHover r:id="" action="ppaction://hlinkshowjump?jump=lastslide"/>
          </p:cNvPr>
          <p:cNvSpPr/>
          <p:nvPr/>
        </p:nvSpPr>
        <p:spPr>
          <a:xfrm>
            <a:off x="10293338" y="698709"/>
            <a:ext cx="1248385" cy="1131059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28" name="矩形 27">
            <a:hlinkHover r:id="" action="ppaction://hlinkshowjump?jump=lastslide"/>
          </p:cNvPr>
          <p:cNvSpPr/>
          <p:nvPr/>
        </p:nvSpPr>
        <p:spPr>
          <a:xfrm>
            <a:off x="11867534" y="265472"/>
            <a:ext cx="324465" cy="6592528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29" name="矩形 28">
            <a:hlinkHover r:id="" action="ppaction://hlinkshowjump?jump=lastslide"/>
          </p:cNvPr>
          <p:cNvSpPr/>
          <p:nvPr/>
        </p:nvSpPr>
        <p:spPr>
          <a:xfrm>
            <a:off x="8355396" y="5078203"/>
            <a:ext cx="559758" cy="1201046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30" name="矩形 29">
            <a:hlinkHover r:id="" action="ppaction://hlinkshowjump?jump=lastslide"/>
          </p:cNvPr>
          <p:cNvSpPr/>
          <p:nvPr/>
        </p:nvSpPr>
        <p:spPr>
          <a:xfrm>
            <a:off x="10717181" y="5445744"/>
            <a:ext cx="1163142" cy="1201046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31" name="矩形 30">
            <a:hlinkHover r:id="" action="ppaction://hlinkshowjump?jump=lastslide"/>
          </p:cNvPr>
          <p:cNvSpPr/>
          <p:nvPr/>
        </p:nvSpPr>
        <p:spPr>
          <a:xfrm>
            <a:off x="10225714" y="2884163"/>
            <a:ext cx="559758" cy="1201046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32" name="矩形 31">
            <a:hlinkHover r:id="" action="ppaction://hlinkshowjump?jump=lastslide"/>
          </p:cNvPr>
          <p:cNvSpPr/>
          <p:nvPr/>
        </p:nvSpPr>
        <p:spPr>
          <a:xfrm>
            <a:off x="9359969" y="4155014"/>
            <a:ext cx="559758" cy="1201046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33" name="矩形 32">
            <a:hlinkHover r:id="" action="ppaction://hlinkshowjump?jump=lastslide"/>
          </p:cNvPr>
          <p:cNvSpPr/>
          <p:nvPr/>
        </p:nvSpPr>
        <p:spPr>
          <a:xfrm>
            <a:off x="7378057" y="5356060"/>
            <a:ext cx="559758" cy="152371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34" name="矩形 33">
            <a:hlinkHover r:id="" action="ppaction://hlinkshowjump?jump=lastslide"/>
          </p:cNvPr>
          <p:cNvSpPr/>
          <p:nvPr/>
        </p:nvSpPr>
        <p:spPr>
          <a:xfrm>
            <a:off x="6629502" y="3993592"/>
            <a:ext cx="559758" cy="806457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35" name="矩形 34">
            <a:hlinkHover r:id="" action="ppaction://hlinkshowjump?jump=lastslide"/>
          </p:cNvPr>
          <p:cNvSpPr/>
          <p:nvPr/>
        </p:nvSpPr>
        <p:spPr>
          <a:xfrm>
            <a:off x="6364348" y="4755537"/>
            <a:ext cx="559758" cy="158018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36" name="矩形 35">
            <a:hlinkHover r:id="" action="ppaction://hlinkshowjump?jump=lastslide"/>
          </p:cNvPr>
          <p:cNvSpPr/>
          <p:nvPr/>
        </p:nvSpPr>
        <p:spPr>
          <a:xfrm>
            <a:off x="8358935" y="4076962"/>
            <a:ext cx="559758" cy="1201046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37" name="矩形 36">
            <a:hlinkHover r:id="" action="ppaction://hlinkshowjump?jump=lastslide"/>
          </p:cNvPr>
          <p:cNvSpPr/>
          <p:nvPr/>
        </p:nvSpPr>
        <p:spPr>
          <a:xfrm rot="16200000">
            <a:off x="5107972" y="5977598"/>
            <a:ext cx="559758" cy="1201046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38" name="矩形 37">
            <a:hlinkHover r:id="" action="ppaction://hlinkshowjump?jump=lastslide"/>
          </p:cNvPr>
          <p:cNvSpPr/>
          <p:nvPr/>
        </p:nvSpPr>
        <p:spPr>
          <a:xfrm>
            <a:off x="4634915" y="4718258"/>
            <a:ext cx="559758" cy="1201046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39" name="矩形 38">
            <a:hlinkHover r:id="" action="ppaction://hlinkshowjump?jump=lastslide"/>
          </p:cNvPr>
          <p:cNvSpPr/>
          <p:nvPr/>
        </p:nvSpPr>
        <p:spPr>
          <a:xfrm rot="516173">
            <a:off x="3283884" y="4042045"/>
            <a:ext cx="559758" cy="2371005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40" name="矩形 39">
            <a:hlinkHover r:id="" action="ppaction://hlinkshowjump?jump=lastslide"/>
          </p:cNvPr>
          <p:cNvSpPr/>
          <p:nvPr/>
        </p:nvSpPr>
        <p:spPr>
          <a:xfrm rot="5400000">
            <a:off x="2698366" y="5035416"/>
            <a:ext cx="559758" cy="1201046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41" name="矩形 40">
            <a:hlinkHover r:id="" action="ppaction://hlinkshowjump?jump=lastslide"/>
          </p:cNvPr>
          <p:cNvSpPr/>
          <p:nvPr/>
        </p:nvSpPr>
        <p:spPr>
          <a:xfrm rot="16200000">
            <a:off x="1530560" y="4190146"/>
            <a:ext cx="559758" cy="1201046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42" name="矩形 41">
            <a:hlinkHover r:id="" action="ppaction://hlinkshowjump?jump=lastslide"/>
          </p:cNvPr>
          <p:cNvSpPr/>
          <p:nvPr/>
        </p:nvSpPr>
        <p:spPr>
          <a:xfrm rot="16200000">
            <a:off x="4669578" y="5531096"/>
            <a:ext cx="559758" cy="1201046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43" name="矩形 42">
            <a:hlinkHover r:id="" action="ppaction://hlinkshowjump?jump=lastslide"/>
          </p:cNvPr>
          <p:cNvSpPr/>
          <p:nvPr/>
        </p:nvSpPr>
        <p:spPr>
          <a:xfrm rot="16200000">
            <a:off x="7362702" y="3668184"/>
            <a:ext cx="728041" cy="1418708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44" name="矩形 43">
            <a:hlinkHover r:id="" action="ppaction://hlinkshowjump?jump=lastslide"/>
          </p:cNvPr>
          <p:cNvSpPr/>
          <p:nvPr/>
        </p:nvSpPr>
        <p:spPr>
          <a:xfrm rot="16200000">
            <a:off x="11094762" y="4076963"/>
            <a:ext cx="559758" cy="1201046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45" name="矩形 44">
            <a:hlinkHover r:id="" action="ppaction://hlinkshowjump?jump=lastslide"/>
          </p:cNvPr>
          <p:cNvSpPr/>
          <p:nvPr/>
        </p:nvSpPr>
        <p:spPr>
          <a:xfrm rot="16200000">
            <a:off x="9124217" y="5585690"/>
            <a:ext cx="559758" cy="1201046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46" name="矩形 45">
            <a:hlinkHover r:id="" action="ppaction://hlinkshowjump?jump=lastslide"/>
          </p:cNvPr>
          <p:cNvSpPr/>
          <p:nvPr/>
        </p:nvSpPr>
        <p:spPr>
          <a:xfrm rot="16200000">
            <a:off x="9428265" y="2130282"/>
            <a:ext cx="559758" cy="1201046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47" name="矩形 46">
            <a:hlinkHover r:id="" action="ppaction://hlinkshowjump?jump=lastslide"/>
          </p:cNvPr>
          <p:cNvSpPr/>
          <p:nvPr/>
        </p:nvSpPr>
        <p:spPr>
          <a:xfrm rot="16200000">
            <a:off x="1845207" y="5938662"/>
            <a:ext cx="681173" cy="1201046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48" name="矩形 47">
            <a:hlinkHover r:id="" action="ppaction://hlinkshowjump?jump=lastslide"/>
          </p:cNvPr>
          <p:cNvSpPr/>
          <p:nvPr/>
        </p:nvSpPr>
        <p:spPr>
          <a:xfrm>
            <a:off x="1197694" y="4690740"/>
            <a:ext cx="559758" cy="1877488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49" name="椭圆 48">
            <a:hlinkHover r:id="" action="ppaction://hlinkshowjump?jump=lastslide"/>
          </p:cNvPr>
          <p:cNvSpPr/>
          <p:nvPr/>
        </p:nvSpPr>
        <p:spPr>
          <a:xfrm>
            <a:off x="4639118" y="4800049"/>
            <a:ext cx="509206" cy="314632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椭圆 49">
            <a:hlinkHover r:id="" action="ppaction://hlinkshowjump?jump=lastslide"/>
          </p:cNvPr>
          <p:cNvSpPr/>
          <p:nvPr/>
        </p:nvSpPr>
        <p:spPr>
          <a:xfrm>
            <a:off x="7400070" y="5756998"/>
            <a:ext cx="509206" cy="314632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椭圆 50">
            <a:hlinkHover r:id="" action="ppaction://hlinkshowjump?jump=lastslide"/>
          </p:cNvPr>
          <p:cNvSpPr/>
          <p:nvPr/>
        </p:nvSpPr>
        <p:spPr>
          <a:xfrm>
            <a:off x="6206491" y="2180326"/>
            <a:ext cx="1601638" cy="1628319"/>
          </a:xfrm>
          <a:prstGeom prst="ellipse">
            <a:avLst/>
          </a:prstGeom>
          <a:noFill/>
          <a:ln w="317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>
            <a:hlinkHover r:id="rId2" action="ppaction://hlinksldjump"/>
          </p:cNvPr>
          <p:cNvSpPr/>
          <p:nvPr/>
        </p:nvSpPr>
        <p:spPr>
          <a:xfrm rot="18811015">
            <a:off x="329342" y="6205993"/>
            <a:ext cx="420685" cy="411010"/>
          </a:xfrm>
          <a:prstGeom prst="rect">
            <a:avLst/>
          </a:prstGeom>
          <a:noFill/>
          <a:ln w="57150">
            <a:solidFill>
              <a:srgbClr val="FFC000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3" name="矩形 52">
            <a:hlinkHover r:id="rId2" action="ppaction://hlinksldjump"/>
          </p:cNvPr>
          <p:cNvSpPr/>
          <p:nvPr/>
        </p:nvSpPr>
        <p:spPr>
          <a:xfrm>
            <a:off x="336648" y="6198599"/>
            <a:ext cx="406074" cy="425798"/>
          </a:xfrm>
          <a:prstGeom prst="rect">
            <a:avLst/>
          </a:prstGeom>
          <a:noFill/>
          <a:ln w="57150">
            <a:solidFill>
              <a:srgbClr val="FFC000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1634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0052 0.00092 L -0.00052 0.00092 L 0.12201 -0.00047 C 0.12448 -0.00047 0.12683 -0.00162 0.1293 -0.00186 C 0.13815 -0.00209 0.14701 -0.00186 0.15599 -0.00186 L 0.15599 -0.00186 C 0.15313 -0.00139 0.14636 -0.00047 0.14297 0.00092 C 0.14141 0.00162 0.13815 0.00393 0.13815 0.00393 L 0.0849 0.00231 C 0.07956 0.00208 0.07422 0.00139 0.06875 0.00092 C -0.01692 -0.0044 0.08503 0.00277 0.02123 -0.00186 C 0.01641 -0.00139 0.01146 -0.00116 0.00664 -0.00047 C 0.00586 -0.00023 0.00508 0.00092 0.0043 0.00092 C -0.00377 0.00092 -0.00247 0.00069 -0.00052 0.00092 Z " pathEditMode="relative" ptsTypes="AAAAAAAAAAAAAA">
                                      <p:cBhvr>
                                        <p:cTn id="6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0026 0.00092 C -0.00013 -0.07107 0.00026 -0.14259 0.00053 -0.21435 C 0.00026 -0.14259 -0.00013 -0.07107 -0.00026 0.00092 Z " pathEditMode="relative" ptsTypes="AAA">
                                      <p:cBhvr>
                                        <p:cTn id="8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animMotion origin="layout" path="M -0.00013 -0.00069 L -0.48659 0.00487 L -0.48958 -0.21319 L -0.29206 -0.21504 L -0.28893 -0.36111 L -0.19779 -0.35926 L -0.19466 -0.20972 L -0.11875 -0.21157 L -0.11771 -0.35926 L -0.03151 -0.35555 L -0.03359 -0.20601 L 0.06068 -0.20601 L 0.05964 -0.36273 L 0.14375 -0.35023 L 0.15091 -0.1412 L 0.22591 -0.14305 L 0.23698 -0.36111 L 0.33932 -0.33935 L 0.33125 -0.09444 L 0.30391 -0.06736 L 0.32617 -0.01319 L 0.33021 0.10209 L 0.37891 0.10741 L 0.38607 0.18125 L 0.32721 0.18496 L 0.28763 0.18496 L 0.28464 0.32014 L 0.38398 0.32199 L 0.38294 0.30209 L 0.31406 0.30741 L 0.25833 0.25533 L 0.25026 0.13264 L 0.24102 0.0463 L 0.18841 0.03889 L 0.19141 0.11829 L 0.14479 0.12732 L 0.14583 0.14537 L 0.17526 0.14885 L 0.17721 0.26436 L 0.17214 0.34537 L 0.17526 0.40834 L 0.21172 0.39584 L 0.25026 0.37061 L 0.28763 0.37408 L 0.27852 0.47871 L 0.27448 0.54908 L 0.24102 0.54352 L 0.18932 0.54005 L 0.14075 0.54167 L 0.09714 0.54005 L 0.09609 0.49862 L 0.1306 0.50209 L 0.13359 0.53449 L 0.09414 0.53449 L 0.0901 0.46598 L 0.09609 0.36505 L 0.08099 0.31482 L 0.03633 0.32917 L 0.0069 0.37963 L 0.00286 0.47153 L -0.00013 0.54352 L -0.03464 0.54723 L -0.05885 0.5382 L -0.06302 0.48959 C -0.05247 0.48033 -0.05286 0.48727 -0.05286 0.47871 L -0.04271 0.46783 C -0.03802 0.46852 -0.0332 0.46875 -0.02852 0.46968 C -0.01615 0.47176 -0.02826 0.47084 -0.01732 0.47338 C -0.00898 0.47524 -0.00964 0.475 -0.00521 0.475 L 0.0151 0.48774 L 0.01602 0.52014 C 0.0082 0.5301 0.01185 0.52917 0.00599 0.52917 L -0.03555 0.51829 L -0.0569 0.50024 C -0.05925 0.49607 -0.06146 0.49144 -0.06393 0.48774 C -0.0651 0.48588 -0.0681 0.48403 -0.0681 0.48403 L -0.10143 0.43727 L -0.10755 0.37408 L -0.09948 0.28959 L -0.10052 0.21389 L -0.14609 0.20116 L -0.20885 0.20834 C -0.21328 0.21274 -0.21641 0.21713 -0.22109 0.21922 C -0.22135 0.21945 -0.22175 0.21922 -0.22214 0.21922 L -0.25052 0.29491 L -0.24844 0.31112 L -0.2332 0.37778 L -0.21302 0.40116 L -0.24336 0.42454 C -0.24792 0.44074 -0.2474 0.43357 -0.2474 0.44445 L -0.24036 0.52199 L -0.2069 0.54352 L -0.24141 0.54352 L -0.25052 0.54352 L -0.3082 0.53635 L -0.33151 0.49491 L -0.33971 0.45695 L -0.34779 0.45162 L -0.3974 0.45162 L -0.40651 0.36505 L -0.3974 0.31644 C -0.39375 0.3176 -0.38997 0.31945 -0.38633 0.32014 C -0.37318 0.32223 -0.36432 0.32199 -0.35182 0.32199 L -0.32135 0.30579 L -0.31732 0.22269 L -0.35586 0.18125 L -0.41159 0.19399 L -0.45013 0.19028 " pathEditMode="relative" ptsTypes="AAAAAAAAAAAAAAAAAAAAAAAAAAAAAAAAAAAAAAAAAAAAAAAAAAAAAAAAAAAAAAAAAAAAAAAAAAAAAAAAAAAAAAAAAAAAAAAAAAAAAAAAAAAA">
                                      <p:cBhvr>
                                        <p:cTn id="10" dur="3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0" grpId="0" animBg="1"/>
      <p:bldP spid="5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hlinkHover r:id="rId2" action="ppaction://hlinksldjump"/>
          </p:cNvPr>
          <p:cNvSpPr/>
          <p:nvPr/>
        </p:nvSpPr>
        <p:spPr>
          <a:xfrm rot="18811015">
            <a:off x="11613669" y="1727888"/>
            <a:ext cx="420685" cy="411010"/>
          </a:xfrm>
          <a:prstGeom prst="rect">
            <a:avLst/>
          </a:prstGeom>
          <a:noFill/>
          <a:ln w="57150">
            <a:solidFill>
              <a:srgbClr val="FFC000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 2">
            <a:hlinkHover r:id="rId2" action="ppaction://hlinksldjump"/>
          </p:cNvPr>
          <p:cNvSpPr/>
          <p:nvPr/>
        </p:nvSpPr>
        <p:spPr>
          <a:xfrm>
            <a:off x="11620975" y="1720494"/>
            <a:ext cx="406074" cy="425798"/>
          </a:xfrm>
          <a:prstGeom prst="rect">
            <a:avLst/>
          </a:prstGeom>
          <a:noFill/>
          <a:ln w="57150">
            <a:solidFill>
              <a:srgbClr val="FFC000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" name="矩形 3">
            <a:hlinkHover r:id="" action="ppaction://hlinkshowjump?jump=lastslide"/>
          </p:cNvPr>
          <p:cNvSpPr/>
          <p:nvPr/>
        </p:nvSpPr>
        <p:spPr>
          <a:xfrm>
            <a:off x="1125223" y="2182761"/>
            <a:ext cx="559758" cy="4675239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6063" y="162420"/>
            <a:ext cx="2578078" cy="954107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600" dirty="0" smtClean="0">
                <a:solidFill>
                  <a:schemeClr val="accent2">
                    <a:lumMod val="50000"/>
                  </a:schemeClr>
                </a:solidFill>
              </a:rPr>
              <a:t>Hard </a:t>
            </a:r>
            <a:r>
              <a:rPr lang="zh-CN" altLang="en-US" sz="3600" dirty="0" smtClean="0">
                <a:solidFill>
                  <a:schemeClr val="accent2">
                    <a:lumMod val="75000"/>
                  </a:schemeClr>
                </a:solidFill>
              </a:rPr>
              <a:t>第三关</a:t>
            </a:r>
            <a:endParaRPr lang="en-US" altLang="zh-CN" sz="3600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zh-CN" altLang="en-US" sz="2000" dirty="0" smtClean="0">
                <a:solidFill>
                  <a:schemeClr val="accent2">
                    <a:lumMod val="75000"/>
                  </a:schemeClr>
                </a:solidFill>
              </a:rPr>
              <a:t>难度：</a:t>
            </a:r>
            <a:r>
              <a:rPr lang="en-US" altLang="zh-CN" sz="2000" dirty="0" smtClean="0">
                <a:solidFill>
                  <a:schemeClr val="accent5">
                    <a:lumMod val="75000"/>
                  </a:schemeClr>
                </a:solidFill>
              </a:rPr>
              <a:t>2.8</a:t>
            </a:r>
            <a:endParaRPr lang="zh-CN" alt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7" name="矩形 6">
            <a:hlinkHover r:id="" action="ppaction://hlinkshowjump?jump=lastslide"/>
          </p:cNvPr>
          <p:cNvSpPr/>
          <p:nvPr/>
        </p:nvSpPr>
        <p:spPr>
          <a:xfrm>
            <a:off x="2998268" y="1382894"/>
            <a:ext cx="559758" cy="4815705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11" name="矩形 10">
            <a:hlinkHover r:id="" action="ppaction://hlinkshowjump?jump=lastslide"/>
          </p:cNvPr>
          <p:cNvSpPr/>
          <p:nvPr/>
        </p:nvSpPr>
        <p:spPr>
          <a:xfrm rot="5400000">
            <a:off x="5945534" y="-4747866"/>
            <a:ext cx="300933" cy="12192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12" name="矩形 11">
            <a:hlinkHover r:id="" action="ppaction://hlinkshowjump?jump=lastslide"/>
          </p:cNvPr>
          <p:cNvSpPr/>
          <p:nvPr/>
        </p:nvSpPr>
        <p:spPr>
          <a:xfrm>
            <a:off x="4436873" y="4635796"/>
            <a:ext cx="559758" cy="2222204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13" name="矩形 12">
            <a:hlinkHover r:id="" action="ppaction://hlinkshowjump?jump=lastslide"/>
          </p:cNvPr>
          <p:cNvSpPr/>
          <p:nvPr/>
        </p:nvSpPr>
        <p:spPr>
          <a:xfrm>
            <a:off x="5875478" y="1382895"/>
            <a:ext cx="559758" cy="4040006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14" name="矩形 13">
            <a:hlinkHover r:id="" action="ppaction://hlinkshowjump?jump=lastslide"/>
          </p:cNvPr>
          <p:cNvSpPr/>
          <p:nvPr/>
        </p:nvSpPr>
        <p:spPr>
          <a:xfrm rot="21249551">
            <a:off x="8511611" y="1408832"/>
            <a:ext cx="466852" cy="2801179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15" name="矩形 14">
            <a:hlinkHover r:id="" action="ppaction://hlinkshowjump?jump=lastslide"/>
          </p:cNvPr>
          <p:cNvSpPr/>
          <p:nvPr/>
        </p:nvSpPr>
        <p:spPr>
          <a:xfrm>
            <a:off x="10735288" y="1454487"/>
            <a:ext cx="559758" cy="4441174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16" name="矩形 15">
            <a:hlinkHover r:id="" action="ppaction://hlinkshowjump?jump=lastslide"/>
          </p:cNvPr>
          <p:cNvSpPr/>
          <p:nvPr/>
        </p:nvSpPr>
        <p:spPr>
          <a:xfrm>
            <a:off x="9700301" y="2422606"/>
            <a:ext cx="506021" cy="4435394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17" name="矩形 16">
            <a:hlinkHover r:id="" action="ppaction://hlinkshowjump?jump=lastslide"/>
          </p:cNvPr>
          <p:cNvSpPr/>
          <p:nvPr/>
        </p:nvSpPr>
        <p:spPr>
          <a:xfrm>
            <a:off x="7096923" y="3535288"/>
            <a:ext cx="559758" cy="188761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277032" y="362765"/>
            <a:ext cx="46746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/>
              <a:t>会在</a:t>
            </a:r>
            <a:r>
              <a:rPr lang="en-US" altLang="zh-CN" sz="2000" dirty="0" smtClean="0"/>
              <a:t>2</a:t>
            </a:r>
            <a:r>
              <a:rPr lang="zh-CN" altLang="en-US" sz="2000" dirty="0" smtClean="0"/>
              <a:t>秒后重复出现，要注意出现频率。</a:t>
            </a:r>
            <a:endParaRPr lang="en-US" altLang="zh-CN" sz="2000" dirty="0" smtClean="0"/>
          </a:p>
        </p:txBody>
      </p:sp>
      <p:sp>
        <p:nvSpPr>
          <p:cNvPr id="19" name="矩形 18">
            <a:hlinkHover r:id="" action="ppaction://hlinkshowjump?jump=lastslide"/>
          </p:cNvPr>
          <p:cNvSpPr/>
          <p:nvPr/>
        </p:nvSpPr>
        <p:spPr>
          <a:xfrm>
            <a:off x="2998268" y="310591"/>
            <a:ext cx="1278764" cy="452284"/>
          </a:xfrm>
          <a:prstGeom prst="rect">
            <a:avLst/>
          </a:prstGeom>
          <a:solidFill>
            <a:srgbClr val="C0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hlinkHover r:id="" action="ppaction://hlinkshowjump?jump=lastslide"/>
          </p:cNvPr>
          <p:cNvSpPr/>
          <p:nvPr/>
        </p:nvSpPr>
        <p:spPr>
          <a:xfrm>
            <a:off x="4407288" y="1382894"/>
            <a:ext cx="559758" cy="2554547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28" name="矩形 27">
            <a:hlinkHover r:id="" action="ppaction://hlinkshowjump?jump=lastslide"/>
          </p:cNvPr>
          <p:cNvSpPr/>
          <p:nvPr/>
        </p:nvSpPr>
        <p:spPr>
          <a:xfrm rot="5400000">
            <a:off x="7181438" y="4919656"/>
            <a:ext cx="559758" cy="331693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29" name="矩形 28">
            <a:hlinkHover r:id="" action="ppaction://hlinkshowjump?jump=lastslide"/>
          </p:cNvPr>
          <p:cNvSpPr/>
          <p:nvPr/>
        </p:nvSpPr>
        <p:spPr>
          <a:xfrm rot="5400000">
            <a:off x="7637077" y="4581806"/>
            <a:ext cx="559758" cy="162783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30" name="矩形 29">
            <a:hlinkHover r:id="" action="ppaction://hlinkshowjump?jump=lastslide"/>
          </p:cNvPr>
          <p:cNvSpPr/>
          <p:nvPr/>
        </p:nvSpPr>
        <p:spPr>
          <a:xfrm>
            <a:off x="7748523" y="5124601"/>
            <a:ext cx="559758" cy="162783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31" name="矩形 30">
            <a:hlinkHover r:id="" action="ppaction://hlinkshowjump?jump=lastslide"/>
          </p:cNvPr>
          <p:cNvSpPr/>
          <p:nvPr/>
        </p:nvSpPr>
        <p:spPr>
          <a:xfrm rot="5400000">
            <a:off x="7294795" y="2860228"/>
            <a:ext cx="559758" cy="95550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32" name="矩形 31">
            <a:hlinkHover r:id="" action="ppaction://hlinkshowjump?jump=lastslide"/>
          </p:cNvPr>
          <p:cNvSpPr/>
          <p:nvPr/>
        </p:nvSpPr>
        <p:spPr>
          <a:xfrm>
            <a:off x="-1788544" y="2108808"/>
            <a:ext cx="1278764" cy="452284"/>
          </a:xfrm>
          <a:prstGeom prst="rect">
            <a:avLst/>
          </a:prstGeom>
          <a:solidFill>
            <a:srgbClr val="C0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hlinkHover r:id="" action="ppaction://hlinkshowjump?jump=lastslide"/>
          </p:cNvPr>
          <p:cNvSpPr/>
          <p:nvPr/>
        </p:nvSpPr>
        <p:spPr>
          <a:xfrm>
            <a:off x="13038114" y="4071224"/>
            <a:ext cx="1278764" cy="452284"/>
          </a:xfrm>
          <a:prstGeom prst="rect">
            <a:avLst/>
          </a:prstGeom>
          <a:solidFill>
            <a:srgbClr val="C0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hlinkHover r:id="" action="ppaction://hlinkshowjump?jump=lastslide"/>
          </p:cNvPr>
          <p:cNvSpPr/>
          <p:nvPr/>
        </p:nvSpPr>
        <p:spPr>
          <a:xfrm rot="5400000">
            <a:off x="8745864" y="8181339"/>
            <a:ext cx="1278764" cy="452284"/>
          </a:xfrm>
          <a:prstGeom prst="rect">
            <a:avLst/>
          </a:prstGeom>
          <a:solidFill>
            <a:srgbClr val="C0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hlinkHover r:id="" action="ppaction://hlinkshowjump?jump=lastslide"/>
          </p:cNvPr>
          <p:cNvSpPr/>
          <p:nvPr/>
        </p:nvSpPr>
        <p:spPr>
          <a:xfrm rot="5400000">
            <a:off x="1828617" y="-1402154"/>
            <a:ext cx="1278764" cy="452284"/>
          </a:xfrm>
          <a:prstGeom prst="rect">
            <a:avLst/>
          </a:prstGeom>
          <a:solidFill>
            <a:srgbClr val="C0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hlinkHover r:id="" action="ppaction://hlinkshowjump?jump=lastslide"/>
          </p:cNvPr>
          <p:cNvSpPr/>
          <p:nvPr/>
        </p:nvSpPr>
        <p:spPr>
          <a:xfrm rot="5400000">
            <a:off x="6231399" y="-1426764"/>
            <a:ext cx="1278764" cy="452284"/>
          </a:xfrm>
          <a:prstGeom prst="rect">
            <a:avLst/>
          </a:prstGeom>
          <a:solidFill>
            <a:srgbClr val="C0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hlinkHover r:id="" action="ppaction://hlinkshowjump?jump=lastslide"/>
          </p:cNvPr>
          <p:cNvSpPr/>
          <p:nvPr/>
        </p:nvSpPr>
        <p:spPr>
          <a:xfrm rot="5400000">
            <a:off x="9340798" y="-1495620"/>
            <a:ext cx="1278764" cy="452284"/>
          </a:xfrm>
          <a:prstGeom prst="rect">
            <a:avLst/>
          </a:prstGeom>
          <a:solidFill>
            <a:srgbClr val="C0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hlinkHover r:id="" action="ppaction://hlinkshowjump?jump=lastslide"/>
          </p:cNvPr>
          <p:cNvSpPr/>
          <p:nvPr/>
        </p:nvSpPr>
        <p:spPr>
          <a:xfrm rot="5400000">
            <a:off x="4743359" y="8181339"/>
            <a:ext cx="1278764" cy="452284"/>
          </a:xfrm>
          <a:prstGeom prst="rect">
            <a:avLst/>
          </a:prstGeom>
          <a:solidFill>
            <a:srgbClr val="C0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0980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8.33333E-7 2.22222E-6 L 1.22357 -0.00463 " pathEditMode="relative" rAng="0" ptsTypes="AA">
                                      <p:cBhvr>
                                        <p:cTn id="6" dur="5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172" y="-23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0.00013 -0.00347 L -1.21719 0.00116 " pathEditMode="relative" rAng="0" ptsTypes="AA">
                                      <p:cBhvr>
                                        <p:cTn id="8" dur="5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0859" y="231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repeatCount="indefinite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.00026 -0.00185 L -0.00364 1.37361 " pathEditMode="relative" ptsTypes="AA">
                                      <p:cBhvr>
                                        <p:cTn id="10" dur="3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repeatCount="indefinite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.00026 -0.00185 L -0.00364 1.37361 " pathEditMode="relative" rAng="0" ptsTypes="AA">
                                      <p:cBhvr>
                                        <p:cTn id="12" dur="4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5" y="68773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repeatCount="indefinite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.00026 -0.00186 L -0.00365 1.37361 " pathEditMode="relative" rAng="0" ptsTypes="AA">
                                      <p:cBhvr>
                                        <p:cTn id="14" dur="4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5" y="68773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repeatCount="indefinite" fill="hold" grpId="0" nodeType="withEffect">
                                  <p:stCondLst>
                                    <p:cond delay="2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1.66667E-6 -3.33333E-6 C -0.00052 -0.47338 -0.00104 -0.94676 -0.00143 -1.41991 " pathEditMode="relative" ptsTypes="AA">
                                      <p:cBhvr>
                                        <p:cTn id="16" dur="4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repeatCount="indefinite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3.75E-6 4.07407E-6 C -0.00052 -0.47362 -0.00105 -0.94676 -0.00144 -1.41991 " pathEditMode="relative" rAng="0" ptsTypes="AA">
                                      <p:cBhvr>
                                        <p:cTn id="18" dur="4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" y="-709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5" grpId="0" animBg="1"/>
      <p:bldP spid="37" grpId="0" animBg="1"/>
      <p:bldP spid="39" grpId="0" animBg="1"/>
      <p:bldP spid="40" grpId="0" animBg="1"/>
      <p:bldP spid="4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576" y="36654"/>
            <a:ext cx="2578078" cy="954107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600" dirty="0" smtClean="0">
                <a:solidFill>
                  <a:schemeClr val="accent2">
                    <a:lumMod val="50000"/>
                  </a:schemeClr>
                </a:solidFill>
              </a:rPr>
              <a:t>Hard </a:t>
            </a:r>
            <a:r>
              <a:rPr lang="zh-CN" altLang="en-US" sz="3600" dirty="0" smtClean="0">
                <a:solidFill>
                  <a:schemeClr val="accent2">
                    <a:lumMod val="75000"/>
                  </a:schemeClr>
                </a:solidFill>
              </a:rPr>
              <a:t>第四关</a:t>
            </a:r>
            <a:endParaRPr lang="en-US" altLang="zh-CN" sz="3600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zh-CN" altLang="en-US" sz="2000" dirty="0" smtClean="0">
                <a:solidFill>
                  <a:schemeClr val="accent2">
                    <a:lumMod val="75000"/>
                  </a:schemeClr>
                </a:solidFill>
              </a:rPr>
              <a:t>难度：</a:t>
            </a:r>
            <a:r>
              <a:rPr lang="en-US" altLang="zh-CN" sz="2000" dirty="0" smtClean="0">
                <a:solidFill>
                  <a:srgbClr val="FF0000"/>
                </a:solidFill>
              </a:rPr>
              <a:t>3.0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3" name="矩形 2">
            <a:hlinkHover r:id="rId2" action="ppaction://hlinksldjump"/>
          </p:cNvPr>
          <p:cNvSpPr/>
          <p:nvPr/>
        </p:nvSpPr>
        <p:spPr>
          <a:xfrm rot="18811015">
            <a:off x="225592" y="6253649"/>
            <a:ext cx="420685" cy="411010"/>
          </a:xfrm>
          <a:prstGeom prst="rect">
            <a:avLst/>
          </a:prstGeom>
          <a:noFill/>
          <a:ln w="57150">
            <a:solidFill>
              <a:srgbClr val="92D050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>
            <a:hlinkHover r:id="rId2" action="ppaction://hlinksldjump"/>
          </p:cNvPr>
          <p:cNvSpPr/>
          <p:nvPr/>
        </p:nvSpPr>
        <p:spPr>
          <a:xfrm>
            <a:off x="232898" y="6246255"/>
            <a:ext cx="406074" cy="425798"/>
          </a:xfrm>
          <a:prstGeom prst="rect">
            <a:avLst/>
          </a:prstGeom>
          <a:noFill/>
          <a:ln w="57150">
            <a:solidFill>
              <a:srgbClr val="92D050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0" name="矩形 9">
            <a:hlinkHover r:id="" action="ppaction://hlinkshowjump?jump=lastslide"/>
          </p:cNvPr>
          <p:cNvSpPr/>
          <p:nvPr/>
        </p:nvSpPr>
        <p:spPr>
          <a:xfrm>
            <a:off x="2744916" y="0"/>
            <a:ext cx="559758" cy="1720494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11" name="矩形 10">
            <a:hlinkHover r:id="" action="ppaction://hlinkshowjump?jump=lastslide"/>
          </p:cNvPr>
          <p:cNvSpPr/>
          <p:nvPr/>
        </p:nvSpPr>
        <p:spPr>
          <a:xfrm rot="5400000">
            <a:off x="9756335" y="1083637"/>
            <a:ext cx="559758" cy="162783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12" name="矩形 11">
            <a:hlinkHover r:id="" action="ppaction://hlinkshowjump?jump=lastslide"/>
          </p:cNvPr>
          <p:cNvSpPr/>
          <p:nvPr/>
        </p:nvSpPr>
        <p:spPr>
          <a:xfrm rot="5400000">
            <a:off x="1372458" y="-211722"/>
            <a:ext cx="559758" cy="3304674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13" name="矩形 12">
            <a:hlinkHover r:id="" action="ppaction://hlinkshowjump?jump=lastslide"/>
          </p:cNvPr>
          <p:cNvSpPr/>
          <p:nvPr/>
        </p:nvSpPr>
        <p:spPr>
          <a:xfrm>
            <a:off x="10290371" y="0"/>
            <a:ext cx="559758" cy="162783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14" name="矩形 13">
            <a:hlinkHover r:id="" action="ppaction://hlinkshowjump?jump=lastslide"/>
          </p:cNvPr>
          <p:cNvSpPr/>
          <p:nvPr/>
        </p:nvSpPr>
        <p:spPr>
          <a:xfrm rot="5400000">
            <a:off x="9136446" y="1531819"/>
            <a:ext cx="559758" cy="2867609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15" name="矩形 14">
            <a:hlinkHover r:id="" action="ppaction://hlinkshowjump?jump=lastslide"/>
          </p:cNvPr>
          <p:cNvSpPr/>
          <p:nvPr/>
        </p:nvSpPr>
        <p:spPr>
          <a:xfrm>
            <a:off x="10290371" y="3245502"/>
            <a:ext cx="559758" cy="3612497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16" name="矩形 15">
            <a:hlinkHover r:id="" action="ppaction://hlinkshowjump?jump=lastslide"/>
          </p:cNvPr>
          <p:cNvSpPr/>
          <p:nvPr/>
        </p:nvSpPr>
        <p:spPr>
          <a:xfrm>
            <a:off x="7684516" y="564475"/>
            <a:ext cx="559758" cy="162783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17" name="矩形 16">
            <a:hlinkHover r:id="" action="ppaction://hlinkshowjump?jump=lastslide"/>
          </p:cNvPr>
          <p:cNvSpPr/>
          <p:nvPr/>
        </p:nvSpPr>
        <p:spPr>
          <a:xfrm rot="5400000">
            <a:off x="7846535" y="-836484"/>
            <a:ext cx="559758" cy="325984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18" name="矩形 17">
            <a:hlinkHover r:id="" action="ppaction://hlinkshowjump?jump=lastslide"/>
          </p:cNvPr>
          <p:cNvSpPr/>
          <p:nvPr/>
        </p:nvSpPr>
        <p:spPr>
          <a:xfrm>
            <a:off x="5403163" y="0"/>
            <a:ext cx="559758" cy="162783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19" name="矩形 18">
            <a:hlinkHover r:id="" action="ppaction://hlinkshowjump?jump=lastslide"/>
          </p:cNvPr>
          <p:cNvSpPr/>
          <p:nvPr/>
        </p:nvSpPr>
        <p:spPr>
          <a:xfrm>
            <a:off x="6802873" y="1617672"/>
            <a:ext cx="559758" cy="493349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20" name="矩形 19">
            <a:hlinkHover r:id="" action="ppaction://hlinkshowjump?jump=lastslide"/>
          </p:cNvPr>
          <p:cNvSpPr/>
          <p:nvPr/>
        </p:nvSpPr>
        <p:spPr>
          <a:xfrm rot="5400000">
            <a:off x="4242486" y="153536"/>
            <a:ext cx="559758" cy="4561016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21" name="矩形 20">
            <a:hlinkHover r:id="" action="ppaction://hlinkshowjump?jump=lastslide"/>
          </p:cNvPr>
          <p:cNvSpPr/>
          <p:nvPr/>
        </p:nvSpPr>
        <p:spPr>
          <a:xfrm rot="5400000">
            <a:off x="889702" y="1806723"/>
            <a:ext cx="559758" cy="125464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22" name="矩形 21">
            <a:hlinkHover r:id="" action="ppaction://hlinkshowjump?jump=lastslide"/>
          </p:cNvPr>
          <p:cNvSpPr/>
          <p:nvPr/>
        </p:nvSpPr>
        <p:spPr>
          <a:xfrm>
            <a:off x="4074039" y="537968"/>
            <a:ext cx="559758" cy="162783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23" name="矩形 22">
            <a:hlinkHover r:id="" action="ppaction://hlinkshowjump?jump=lastslide"/>
          </p:cNvPr>
          <p:cNvSpPr/>
          <p:nvPr/>
        </p:nvSpPr>
        <p:spPr>
          <a:xfrm>
            <a:off x="7982521" y="3245502"/>
            <a:ext cx="559758" cy="218918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24" name="矩形 23">
            <a:hlinkHover r:id="" action="ppaction://hlinkshowjump?jump=lastslide"/>
          </p:cNvPr>
          <p:cNvSpPr/>
          <p:nvPr/>
        </p:nvSpPr>
        <p:spPr>
          <a:xfrm rot="5400000">
            <a:off x="8237334" y="4873678"/>
            <a:ext cx="559758" cy="2409428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25" name="矩形 24">
            <a:hlinkHover r:id="" action="ppaction://hlinkshowjump?jump=lastslide"/>
          </p:cNvPr>
          <p:cNvSpPr/>
          <p:nvPr/>
        </p:nvSpPr>
        <p:spPr>
          <a:xfrm>
            <a:off x="9162169" y="3626325"/>
            <a:ext cx="559758" cy="2172187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26" name="矩形 25">
            <a:hlinkHover r:id="" action="ppaction://hlinkshowjump?jump=lastslide"/>
          </p:cNvPr>
          <p:cNvSpPr/>
          <p:nvPr/>
        </p:nvSpPr>
        <p:spPr>
          <a:xfrm>
            <a:off x="5608883" y="4448572"/>
            <a:ext cx="559758" cy="2435784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27" name="矩形 26">
            <a:hlinkHover r:id="" action="ppaction://hlinkshowjump?jump=lastslide"/>
          </p:cNvPr>
          <p:cNvSpPr/>
          <p:nvPr/>
        </p:nvSpPr>
        <p:spPr>
          <a:xfrm>
            <a:off x="5597381" y="2355058"/>
            <a:ext cx="559758" cy="162783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28" name="矩形 27">
            <a:hlinkHover r:id="" action="ppaction://hlinkshowjump?jump=lastslide"/>
          </p:cNvPr>
          <p:cNvSpPr/>
          <p:nvPr/>
        </p:nvSpPr>
        <p:spPr>
          <a:xfrm rot="5400000">
            <a:off x="4398903" y="3760432"/>
            <a:ext cx="559758" cy="1936037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29" name="矩形 28">
            <a:hlinkHover r:id="" action="ppaction://hlinkshowjump?jump=lastslide"/>
          </p:cNvPr>
          <p:cNvSpPr/>
          <p:nvPr/>
        </p:nvSpPr>
        <p:spPr>
          <a:xfrm>
            <a:off x="2700801" y="3094076"/>
            <a:ext cx="559758" cy="2854165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30" name="矩形 29">
            <a:hlinkHover r:id="" action="ppaction://hlinkshowjump?jump=lastslide"/>
          </p:cNvPr>
          <p:cNvSpPr/>
          <p:nvPr/>
        </p:nvSpPr>
        <p:spPr>
          <a:xfrm rot="5400000">
            <a:off x="3808453" y="2491059"/>
            <a:ext cx="883542" cy="2089578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31" name="矩形 30">
            <a:hlinkHover r:id="" action="ppaction://hlinkshowjump?jump=lastslide"/>
          </p:cNvPr>
          <p:cNvSpPr/>
          <p:nvPr/>
        </p:nvSpPr>
        <p:spPr>
          <a:xfrm rot="5400000">
            <a:off x="3986408" y="4639636"/>
            <a:ext cx="559758" cy="2057451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32" name="矩形 31">
            <a:hlinkHover r:id="" action="ppaction://hlinkshowjump?jump=lastslide"/>
          </p:cNvPr>
          <p:cNvSpPr/>
          <p:nvPr/>
        </p:nvSpPr>
        <p:spPr>
          <a:xfrm>
            <a:off x="-17498" y="3094076"/>
            <a:ext cx="453433" cy="1697458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33" name="矩形 32">
            <a:hlinkHover r:id="" action="ppaction://hlinkshowjump?jump=lastslide"/>
          </p:cNvPr>
          <p:cNvSpPr/>
          <p:nvPr/>
        </p:nvSpPr>
        <p:spPr>
          <a:xfrm rot="5710409">
            <a:off x="1872831" y="2503294"/>
            <a:ext cx="507045" cy="1808937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34" name="矩形 33">
            <a:hlinkHover r:id="" action="ppaction://hlinkshowjump?jump=lastslide"/>
          </p:cNvPr>
          <p:cNvSpPr/>
          <p:nvPr/>
        </p:nvSpPr>
        <p:spPr>
          <a:xfrm rot="316660">
            <a:off x="698810" y="3539637"/>
            <a:ext cx="486035" cy="2556558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35" name="矩形 34">
            <a:hlinkHover r:id="" action="ppaction://hlinkshowjump?jump=lastslide"/>
          </p:cNvPr>
          <p:cNvSpPr/>
          <p:nvPr/>
        </p:nvSpPr>
        <p:spPr>
          <a:xfrm rot="222413">
            <a:off x="-136366" y="4701082"/>
            <a:ext cx="530314" cy="1379373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36" name="矩形 35">
            <a:hlinkHover r:id="" action="ppaction://hlinkshowjump?jump=lastslide"/>
          </p:cNvPr>
          <p:cNvSpPr/>
          <p:nvPr/>
        </p:nvSpPr>
        <p:spPr>
          <a:xfrm rot="6488474">
            <a:off x="151700" y="3261178"/>
            <a:ext cx="530314" cy="223558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37" name="矩形 36">
            <a:hlinkHover r:id="" action="ppaction://hlinkshowjump?jump=lastslide"/>
          </p:cNvPr>
          <p:cNvSpPr/>
          <p:nvPr/>
        </p:nvSpPr>
        <p:spPr>
          <a:xfrm rot="21063402">
            <a:off x="2254537" y="3132734"/>
            <a:ext cx="530314" cy="421553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38" name="矩形 37">
            <a:hlinkHover r:id="" action="ppaction://hlinkshowjump?jump=lastslide"/>
          </p:cNvPr>
          <p:cNvSpPr/>
          <p:nvPr/>
        </p:nvSpPr>
        <p:spPr>
          <a:xfrm>
            <a:off x="1657163" y="4448572"/>
            <a:ext cx="559758" cy="2424504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39" name="矩形 38">
            <a:hlinkHover r:id="" action="ppaction://hlinkshowjump?jump=lastslide"/>
          </p:cNvPr>
          <p:cNvSpPr/>
          <p:nvPr/>
        </p:nvSpPr>
        <p:spPr>
          <a:xfrm rot="21063402">
            <a:off x="1240253" y="3220571"/>
            <a:ext cx="530314" cy="421553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40" name="矩形 39">
            <a:hlinkHover r:id="" action="ppaction://hlinkshowjump?jump=lastslide"/>
          </p:cNvPr>
          <p:cNvSpPr/>
          <p:nvPr/>
        </p:nvSpPr>
        <p:spPr>
          <a:xfrm rot="2920225">
            <a:off x="2488684" y="3526069"/>
            <a:ext cx="530314" cy="421553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41" name="矩形 40">
            <a:hlinkHover r:id="" action="ppaction://hlinkshowjump?jump=lastslide"/>
          </p:cNvPr>
          <p:cNvSpPr/>
          <p:nvPr/>
        </p:nvSpPr>
        <p:spPr>
          <a:xfrm rot="18716418">
            <a:off x="879547" y="3241407"/>
            <a:ext cx="636819" cy="492183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42" name="矩形 41">
            <a:hlinkHover r:id="" action="ppaction://hlinkshowjump?jump=lastslide"/>
          </p:cNvPr>
          <p:cNvSpPr/>
          <p:nvPr/>
        </p:nvSpPr>
        <p:spPr>
          <a:xfrm>
            <a:off x="3933117" y="5922177"/>
            <a:ext cx="559758" cy="45832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43" name="矩形 42">
            <a:hlinkHover r:id="" action="ppaction://hlinkshowjump?jump=lastslide"/>
          </p:cNvPr>
          <p:cNvSpPr/>
          <p:nvPr/>
        </p:nvSpPr>
        <p:spPr>
          <a:xfrm rot="2842905">
            <a:off x="1755621" y="6336477"/>
            <a:ext cx="1181767" cy="64216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44" name="矩形 43">
            <a:hlinkHover r:id="" action="ppaction://hlinkshowjump?jump=lastslide"/>
          </p:cNvPr>
          <p:cNvSpPr/>
          <p:nvPr/>
        </p:nvSpPr>
        <p:spPr>
          <a:xfrm>
            <a:off x="5112460" y="6426034"/>
            <a:ext cx="559758" cy="45832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45" name="矩形 44">
            <a:hlinkHover r:id="" action="ppaction://hlinkshowjump?jump=lastslide"/>
          </p:cNvPr>
          <p:cNvSpPr/>
          <p:nvPr/>
        </p:nvSpPr>
        <p:spPr>
          <a:xfrm rot="4353747">
            <a:off x="1812765" y="5831849"/>
            <a:ext cx="559758" cy="45832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46" name="矩形 45">
            <a:hlinkHover r:id="" action="ppaction://hlinkshowjump?jump=lastslide"/>
          </p:cNvPr>
          <p:cNvSpPr/>
          <p:nvPr/>
        </p:nvSpPr>
        <p:spPr>
          <a:xfrm rot="1269003">
            <a:off x="2535142" y="6758806"/>
            <a:ext cx="1233497" cy="442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47" name="矩形 46">
            <a:hlinkHover r:id="" action="ppaction://hlinkshowjump?jump=lastslide"/>
          </p:cNvPr>
          <p:cNvSpPr/>
          <p:nvPr/>
        </p:nvSpPr>
        <p:spPr>
          <a:xfrm rot="2962871">
            <a:off x="1835237" y="4075936"/>
            <a:ext cx="500129" cy="45832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48" name="矩形 47">
            <a:hlinkHover r:id="" action="ppaction://hlinkshowjump?jump=lastslide"/>
          </p:cNvPr>
          <p:cNvSpPr/>
          <p:nvPr/>
        </p:nvSpPr>
        <p:spPr>
          <a:xfrm rot="2962871">
            <a:off x="1613326" y="4065225"/>
            <a:ext cx="435139" cy="39170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49" name="矩形 48">
            <a:hlinkHover r:id="" action="ppaction://hlinkshowjump?jump=lastslide"/>
          </p:cNvPr>
          <p:cNvSpPr/>
          <p:nvPr/>
        </p:nvSpPr>
        <p:spPr>
          <a:xfrm>
            <a:off x="1854861" y="3977619"/>
            <a:ext cx="233006" cy="269945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50" name="矩形 49">
            <a:hlinkHover r:id="" action="ppaction://hlinkshowjump?jump=lastslide"/>
          </p:cNvPr>
          <p:cNvSpPr/>
          <p:nvPr/>
        </p:nvSpPr>
        <p:spPr>
          <a:xfrm rot="6843209">
            <a:off x="1836549" y="4247557"/>
            <a:ext cx="427245" cy="45832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51" name="矩形 50">
            <a:hlinkHover r:id="" action="ppaction://hlinkshowjump?jump=lastslide"/>
          </p:cNvPr>
          <p:cNvSpPr/>
          <p:nvPr/>
        </p:nvSpPr>
        <p:spPr>
          <a:xfrm rot="15525774">
            <a:off x="1627977" y="4190060"/>
            <a:ext cx="427245" cy="45832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59" name="矩形 58">
            <a:hlinkHover r:id="" action="ppaction://hlinkshowjump?jump=lastslide"/>
          </p:cNvPr>
          <p:cNvSpPr/>
          <p:nvPr/>
        </p:nvSpPr>
        <p:spPr>
          <a:xfrm rot="5400000">
            <a:off x="1312107" y="8367537"/>
            <a:ext cx="1278764" cy="452284"/>
          </a:xfrm>
          <a:prstGeom prst="rect">
            <a:avLst/>
          </a:prstGeom>
          <a:solidFill>
            <a:srgbClr val="C0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等腰三角形 59">
            <a:hlinkHover r:id="" action="ppaction://hlinkshowjump?jump=lastslide"/>
          </p:cNvPr>
          <p:cNvSpPr/>
          <p:nvPr/>
        </p:nvSpPr>
        <p:spPr>
          <a:xfrm>
            <a:off x="8614713" y="2492872"/>
            <a:ext cx="255778" cy="192872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等腰三角形 60">
            <a:hlinkHover r:id="" action="ppaction://hlinkshowjump?jump=lastslide"/>
          </p:cNvPr>
          <p:cNvSpPr/>
          <p:nvPr/>
        </p:nvSpPr>
        <p:spPr>
          <a:xfrm>
            <a:off x="6324618" y="1958691"/>
            <a:ext cx="255778" cy="192872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等腰三角形 61">
            <a:hlinkHover r:id="" action="ppaction://hlinkshowjump?jump=lastslide"/>
          </p:cNvPr>
          <p:cNvSpPr/>
          <p:nvPr/>
        </p:nvSpPr>
        <p:spPr>
          <a:xfrm>
            <a:off x="7518964" y="5588551"/>
            <a:ext cx="255778" cy="192872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等腰三角形 62">
            <a:hlinkHover r:id="" action="ppaction://hlinkshowjump?jump=lastslide"/>
          </p:cNvPr>
          <p:cNvSpPr/>
          <p:nvPr/>
        </p:nvSpPr>
        <p:spPr>
          <a:xfrm>
            <a:off x="9870565" y="6665127"/>
            <a:ext cx="255778" cy="192872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等腰三角形 63">
            <a:hlinkHover r:id="" action="ppaction://hlinkshowjump?jump=lastslide"/>
          </p:cNvPr>
          <p:cNvSpPr/>
          <p:nvPr/>
        </p:nvSpPr>
        <p:spPr>
          <a:xfrm>
            <a:off x="9908325" y="1440615"/>
            <a:ext cx="255778" cy="192872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等腰三角形 64">
            <a:hlinkHover r:id="" action="ppaction://hlinkshowjump?jump=lastslide"/>
          </p:cNvPr>
          <p:cNvSpPr/>
          <p:nvPr/>
        </p:nvSpPr>
        <p:spPr>
          <a:xfrm>
            <a:off x="7774742" y="327877"/>
            <a:ext cx="255778" cy="192872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等腰三角形 65">
            <a:hlinkHover r:id="" action="ppaction://hlinkshowjump?jump=lastslide"/>
          </p:cNvPr>
          <p:cNvSpPr/>
          <p:nvPr/>
        </p:nvSpPr>
        <p:spPr>
          <a:xfrm>
            <a:off x="3620850" y="1966721"/>
            <a:ext cx="255778" cy="192872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等腰三角形 66">
            <a:hlinkHover r:id="" action="ppaction://hlinkshowjump?jump=lastslide"/>
          </p:cNvPr>
          <p:cNvSpPr/>
          <p:nvPr/>
        </p:nvSpPr>
        <p:spPr>
          <a:xfrm>
            <a:off x="4651165" y="6677099"/>
            <a:ext cx="282635" cy="168928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等腰三角形 67">
            <a:hlinkHover r:id="" action="ppaction://hlinkshowjump?jump=lastslide"/>
          </p:cNvPr>
          <p:cNvSpPr/>
          <p:nvPr/>
        </p:nvSpPr>
        <p:spPr>
          <a:xfrm>
            <a:off x="1879250" y="3007077"/>
            <a:ext cx="255778" cy="192872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>
            <a:hlinkHover r:id="" action="ppaction://hlinkshowjump?jump=lastslide"/>
          </p:cNvPr>
          <p:cNvSpPr/>
          <p:nvPr/>
        </p:nvSpPr>
        <p:spPr>
          <a:xfrm>
            <a:off x="-1916152" y="2651229"/>
            <a:ext cx="1278764" cy="452284"/>
          </a:xfrm>
          <a:prstGeom prst="rect">
            <a:avLst/>
          </a:prstGeom>
          <a:solidFill>
            <a:srgbClr val="C0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>
            <a:hlinkHover r:id="" action="ppaction://hlinkshowjump?jump=lastslide"/>
          </p:cNvPr>
          <p:cNvSpPr/>
          <p:nvPr/>
        </p:nvSpPr>
        <p:spPr>
          <a:xfrm>
            <a:off x="-1879141" y="5442219"/>
            <a:ext cx="1278764" cy="452284"/>
          </a:xfrm>
          <a:prstGeom prst="rect">
            <a:avLst/>
          </a:prstGeom>
          <a:solidFill>
            <a:srgbClr val="C0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>
            <a:hlinkHover r:id="" action="ppaction://hlinkshowjump?jump=lastslide"/>
          </p:cNvPr>
          <p:cNvSpPr/>
          <p:nvPr/>
        </p:nvSpPr>
        <p:spPr>
          <a:xfrm rot="5400000">
            <a:off x="3109357" y="-1678224"/>
            <a:ext cx="1278764" cy="452284"/>
          </a:xfrm>
          <a:prstGeom prst="rect">
            <a:avLst/>
          </a:prstGeom>
          <a:solidFill>
            <a:srgbClr val="C0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矩形 71">
            <a:hlinkHover r:id="" action="ppaction://hlinkshowjump?jump=lastslide"/>
          </p:cNvPr>
          <p:cNvSpPr/>
          <p:nvPr/>
        </p:nvSpPr>
        <p:spPr>
          <a:xfrm rot="5400000">
            <a:off x="6446975" y="-1325012"/>
            <a:ext cx="1278764" cy="452284"/>
          </a:xfrm>
          <a:prstGeom prst="rect">
            <a:avLst/>
          </a:prstGeom>
          <a:solidFill>
            <a:srgbClr val="C0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>
            <a:hlinkHover r:id="" action="ppaction://hlinkshowjump?jump=lastslide"/>
          </p:cNvPr>
          <p:cNvSpPr/>
          <p:nvPr/>
        </p:nvSpPr>
        <p:spPr>
          <a:xfrm>
            <a:off x="13109980" y="61274"/>
            <a:ext cx="1278764" cy="452284"/>
          </a:xfrm>
          <a:prstGeom prst="rect">
            <a:avLst/>
          </a:prstGeom>
          <a:solidFill>
            <a:srgbClr val="C0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>
            <a:hlinkHover r:id="" action="ppaction://hlinkshowjump?jump=lastslide"/>
          </p:cNvPr>
          <p:cNvSpPr/>
          <p:nvPr/>
        </p:nvSpPr>
        <p:spPr>
          <a:xfrm>
            <a:off x="13437896" y="4204474"/>
            <a:ext cx="1278764" cy="452284"/>
          </a:xfrm>
          <a:prstGeom prst="rect">
            <a:avLst/>
          </a:prstGeom>
          <a:solidFill>
            <a:srgbClr val="C0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>
            <a:hlinkHover r:id="" action="ppaction://hlinkshowjump?jump=lastslide"/>
          </p:cNvPr>
          <p:cNvSpPr/>
          <p:nvPr/>
        </p:nvSpPr>
        <p:spPr>
          <a:xfrm rot="5400000">
            <a:off x="9396832" y="8125380"/>
            <a:ext cx="1278764" cy="452284"/>
          </a:xfrm>
          <a:prstGeom prst="rect">
            <a:avLst/>
          </a:prstGeom>
          <a:solidFill>
            <a:srgbClr val="C0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9092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3.95833E-6 7.40741E-7 C -0.00052 -0.47361 -0.00105 -0.94676 -0.00144 -1.41991 " pathEditMode="relative" rAng="0" ptsTypes="AA">
                                      <p:cBhvr>
                                        <p:cTn id="6" dur="47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" y="-7099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2.5E-6 -4.44444E-6 L 1.22357 -0.00463 " pathEditMode="relative" rAng="0" ptsTypes="AA">
                                      <p:cBhvr>
                                        <p:cTn id="8" dur="52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172" y="-231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repeatCount="indefinite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2.70833E-6 1.11111E-6 L 1.22357 -0.00463 " pathEditMode="relative" rAng="0" ptsTypes="AA">
                                      <p:cBhvr>
                                        <p:cTn id="10" dur="5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172" y="-231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repeatCount="indefinite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.00026 -0.00186 L -0.00364 1.37361 " pathEditMode="relative" rAng="0" ptsTypes="AA">
                                      <p:cBhvr>
                                        <p:cTn id="12" dur="37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5" y="68773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repeatCount="indefinite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.00026 -0.00185 L -0.00365 1.37362 " pathEditMode="relative" rAng="0" ptsTypes="AA">
                                      <p:cBhvr>
                                        <p:cTn id="14" dur="37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5" y="68773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repeatCount="indefinite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0.00013 -0.00347 L -1.21718 0.00116 " pathEditMode="relative" rAng="0" ptsTypes="AA">
                                      <p:cBhvr>
                                        <p:cTn id="16" dur="5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0859" y="231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repeatCount="indefinite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0.00013 -0.00347 L -1.21719 0.00116 " pathEditMode="relative" rAng="0" ptsTypes="AA">
                                      <p:cBhvr>
                                        <p:cTn id="18" dur="5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0859" y="231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repeatCount="indefinite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2.91667E-6 -2.59259E-6 C -0.00052 -0.47361 -0.00104 -0.94676 -0.00144 -1.4199 " pathEditMode="relative" rAng="0" ptsTypes="AA">
                                      <p:cBhvr>
                                        <p:cTn id="20" dur="47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" y="-709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9313" y="235320"/>
            <a:ext cx="11957119" cy="2677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6000" dirty="0" smtClean="0">
                <a:solidFill>
                  <a:srgbClr val="92D050"/>
                </a:solidFill>
              </a:rPr>
              <a:t>欢迎来到存</a:t>
            </a:r>
            <a:r>
              <a:rPr lang="zh-CN" altLang="en-US" sz="6000" dirty="0">
                <a:solidFill>
                  <a:srgbClr val="92D050"/>
                </a:solidFill>
              </a:rPr>
              <a:t>葬</a:t>
            </a:r>
            <a:r>
              <a:rPr lang="zh-CN" altLang="en-US" sz="6000" dirty="0" smtClean="0">
                <a:solidFill>
                  <a:srgbClr val="92D050"/>
                </a:solidFill>
              </a:rPr>
              <a:t>点！</a:t>
            </a:r>
            <a:endParaRPr lang="en-US" altLang="zh-CN" sz="6000" dirty="0" smtClean="0">
              <a:solidFill>
                <a:srgbClr val="92D050"/>
              </a:solidFill>
            </a:endParaRPr>
          </a:p>
          <a:p>
            <a:pPr algn="ctr"/>
            <a:r>
              <a:rPr lang="zh-CN" altLang="en-US" sz="5400" dirty="0">
                <a:solidFill>
                  <a:srgbClr val="92D050"/>
                </a:solidFill>
              </a:rPr>
              <a:t>恭喜</a:t>
            </a:r>
            <a:r>
              <a:rPr lang="zh-CN" altLang="en-US" sz="5400" dirty="0" smtClean="0">
                <a:solidFill>
                  <a:srgbClr val="92D050"/>
                </a:solidFill>
              </a:rPr>
              <a:t>您已经通过</a:t>
            </a:r>
            <a:r>
              <a:rPr lang="en-US" altLang="zh-CN" sz="5400" dirty="0" smtClean="0">
                <a:solidFill>
                  <a:schemeClr val="accent2">
                    <a:lumMod val="50000"/>
                  </a:schemeClr>
                </a:solidFill>
              </a:rPr>
              <a:t>Hard</a:t>
            </a:r>
            <a:r>
              <a:rPr lang="zh-CN" altLang="en-US" sz="5400" dirty="0" smtClean="0">
                <a:solidFill>
                  <a:srgbClr val="92D050"/>
                </a:solidFill>
              </a:rPr>
              <a:t>关卡的三分之二！</a:t>
            </a:r>
            <a:endParaRPr lang="en-US" altLang="zh-CN" sz="5400" dirty="0" smtClean="0">
              <a:solidFill>
                <a:srgbClr val="92D050"/>
              </a:solidFill>
            </a:endParaRPr>
          </a:p>
          <a:p>
            <a:pPr algn="ctr"/>
            <a:r>
              <a:rPr lang="zh-CN" altLang="en-US" sz="5400" dirty="0" smtClean="0">
                <a:solidFill>
                  <a:srgbClr val="92D050"/>
                </a:solidFill>
              </a:rPr>
              <a:t>接下来会更加难，请做好准备！加油！</a:t>
            </a:r>
            <a:endParaRPr lang="zh-CN" altLang="en-US" sz="5400" dirty="0">
              <a:solidFill>
                <a:srgbClr val="92D05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6576" y="36654"/>
            <a:ext cx="2578078" cy="954107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600" dirty="0" smtClean="0">
                <a:solidFill>
                  <a:schemeClr val="accent2">
                    <a:lumMod val="50000"/>
                  </a:schemeClr>
                </a:solidFill>
              </a:rPr>
              <a:t>Hard </a:t>
            </a:r>
            <a:r>
              <a:rPr lang="zh-CN" altLang="en-US" sz="3600" dirty="0" smtClean="0">
                <a:solidFill>
                  <a:schemeClr val="accent2">
                    <a:lumMod val="75000"/>
                  </a:schemeClr>
                </a:solidFill>
              </a:rPr>
              <a:t>存葬点</a:t>
            </a:r>
            <a:endParaRPr lang="en-US" altLang="zh-CN" sz="3600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zh-CN" altLang="en-US" sz="2000" dirty="0" smtClean="0">
                <a:solidFill>
                  <a:schemeClr val="accent2">
                    <a:lumMod val="75000"/>
                  </a:schemeClr>
                </a:solidFill>
              </a:rPr>
              <a:t>难度：</a:t>
            </a:r>
            <a:r>
              <a:rPr lang="zh-CN" altLang="en-US" sz="2000" dirty="0">
                <a:solidFill>
                  <a:schemeClr val="tx1"/>
                </a:solidFill>
              </a:rPr>
              <a:t>无</a:t>
            </a:r>
          </a:p>
        </p:txBody>
      </p:sp>
      <p:sp>
        <p:nvSpPr>
          <p:cNvPr id="6" name="椭圆 5"/>
          <p:cNvSpPr/>
          <p:nvPr/>
        </p:nvSpPr>
        <p:spPr>
          <a:xfrm>
            <a:off x="3595614" y="4031379"/>
            <a:ext cx="355780" cy="357444"/>
          </a:xfrm>
          <a:prstGeom prst="ellipse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549250" y="3980954"/>
            <a:ext cx="1278764" cy="452284"/>
          </a:xfrm>
          <a:prstGeom prst="rect">
            <a:avLst/>
          </a:prstGeom>
          <a:solidFill>
            <a:srgbClr val="C0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4995719" y="4074191"/>
            <a:ext cx="509206" cy="314632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/>
        </p:nvSpPr>
        <p:spPr>
          <a:xfrm>
            <a:off x="1874296" y="3919736"/>
            <a:ext cx="676993" cy="469087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十字形 9"/>
          <p:cNvSpPr/>
          <p:nvPr/>
        </p:nvSpPr>
        <p:spPr>
          <a:xfrm>
            <a:off x="8872339" y="3669866"/>
            <a:ext cx="1222744" cy="1212111"/>
          </a:xfrm>
          <a:prstGeom prst="plus">
            <a:avLst>
              <a:gd name="adj" fmla="val 40172"/>
            </a:avLst>
          </a:prstGeom>
          <a:solidFill>
            <a:srgbClr val="92D05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hlinkHover r:id="rId2" action="ppaction://hlinksldjump"/>
          </p:cNvPr>
          <p:cNvSpPr/>
          <p:nvPr/>
        </p:nvSpPr>
        <p:spPr>
          <a:xfrm rot="18811015">
            <a:off x="5588443" y="6230710"/>
            <a:ext cx="420685" cy="411010"/>
          </a:xfrm>
          <a:prstGeom prst="rect">
            <a:avLst/>
          </a:prstGeom>
          <a:noFill/>
          <a:ln w="57150">
            <a:solidFill>
              <a:srgbClr val="FFC000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 11">
            <a:hlinkHover r:id="rId2" action="ppaction://hlinksldjump"/>
          </p:cNvPr>
          <p:cNvSpPr/>
          <p:nvPr/>
        </p:nvSpPr>
        <p:spPr>
          <a:xfrm>
            <a:off x="5595749" y="6223316"/>
            <a:ext cx="406074" cy="425798"/>
          </a:xfrm>
          <a:prstGeom prst="rect">
            <a:avLst/>
          </a:prstGeom>
          <a:noFill/>
          <a:ln w="57150">
            <a:solidFill>
              <a:srgbClr val="FFC000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3" name="文本框 12">
            <a:hlinkClick r:id="rId3" action="ppaction://hlinksldjump"/>
          </p:cNvPr>
          <p:cNvSpPr txBox="1"/>
          <p:nvPr/>
        </p:nvSpPr>
        <p:spPr>
          <a:xfrm>
            <a:off x="10978436" y="137087"/>
            <a:ext cx="1107996" cy="369332"/>
          </a:xfrm>
          <a:prstGeom prst="rect">
            <a:avLst/>
          </a:prstGeom>
          <a:ln w="381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返回界面</a:t>
            </a:r>
            <a:endParaRPr lang="zh-CN" alt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8552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50000" decel="42500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00169 -0.1581 L 0.00091 0.14884 L -0.00091 -0.01088 " pathEditMode="relative" ptsTypes="AA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accel="50000" decel="425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 L -0.00169 -0.1581 L 0.00091 0.14884 L -0.00091 -0.01088 " pathEditMode="relative" ptsTypes="AAAA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repeatCount="indefinite" accel="50000" decel="425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-0.00169 -0.1581 L 0.00091 0.14884 L -0.00091 -0.01088 " pathEditMode="relative" ptsTypes="AAAA">
                                      <p:cBhvr>
                                        <p:cTn id="1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repeatCount="indefinite" accel="50000" decel="425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0169 -0.1581 L 0.00091 0.14884 L -0.00091 -0.01088 " pathEditMode="relative" ptsTypes="AAAA">
                                      <p:cBhvr>
                                        <p:cTn id="1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repeatCount="indefinite" accel="50000" decel="42500" fill="hold" grpId="0" nodeType="withEffect">
                                  <p:stCondLst>
                                    <p:cond delay="4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00169 -0.1581 L 0.00091 0.14884 L -0.00091 -0.01088 " pathEditMode="relative" ptsTypes="AAAA">
                                      <p:cBhvr>
                                        <p:cTn id="1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576" y="36654"/>
            <a:ext cx="4038285" cy="954107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600" dirty="0" smtClean="0">
                <a:solidFill>
                  <a:schemeClr val="accent2">
                    <a:lumMod val="50000"/>
                  </a:schemeClr>
                </a:solidFill>
              </a:rPr>
              <a:t>Hard </a:t>
            </a:r>
            <a:r>
              <a:rPr lang="zh-CN" altLang="en-US" sz="3600" dirty="0">
                <a:solidFill>
                  <a:schemeClr val="accent2">
                    <a:lumMod val="75000"/>
                  </a:schemeClr>
                </a:solidFill>
              </a:rPr>
              <a:t>第五关</a:t>
            </a:r>
            <a:endParaRPr lang="en-US" altLang="zh-CN" sz="3600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zh-CN" altLang="en-US" sz="2000" dirty="0" smtClean="0">
                <a:solidFill>
                  <a:schemeClr val="accent2">
                    <a:lumMod val="75000"/>
                  </a:schemeClr>
                </a:solidFill>
              </a:rPr>
              <a:t>难度</a:t>
            </a:r>
            <a:r>
              <a:rPr lang="zh-CN" altLang="en-US" sz="2000" dirty="0" smtClean="0">
                <a:solidFill>
                  <a:schemeClr val="accent2">
                    <a:lumMod val="75000"/>
                  </a:schemeClr>
                </a:solidFill>
              </a:rPr>
              <a:t>：</a:t>
            </a:r>
            <a:r>
              <a:rPr lang="en-US" altLang="zh-CN" sz="2000" dirty="0" smtClean="0">
                <a:solidFill>
                  <a:schemeClr val="accent5">
                    <a:lumMod val="75000"/>
                  </a:schemeClr>
                </a:solidFill>
              </a:rPr>
              <a:t>2.9</a:t>
            </a:r>
            <a:r>
              <a:rPr lang="zh-CN" altLang="en-US" sz="2000" dirty="0" smtClean="0">
                <a:solidFill>
                  <a:srgbClr val="FF0000"/>
                </a:solidFill>
              </a:rPr>
              <a:t>（</a:t>
            </a:r>
            <a:r>
              <a:rPr lang="zh-CN" altLang="en-US" sz="2000" dirty="0" smtClean="0">
                <a:solidFill>
                  <a:srgbClr val="FF0000"/>
                </a:solidFill>
              </a:rPr>
              <a:t>初见</a:t>
            </a:r>
            <a:r>
              <a:rPr lang="en-US" altLang="zh-CN" sz="2000" dirty="0" smtClean="0">
                <a:solidFill>
                  <a:srgbClr val="FF0000"/>
                </a:solidFill>
              </a:rPr>
              <a:t>+</a:t>
            </a:r>
            <a:r>
              <a:rPr lang="zh-CN" altLang="en-US" sz="2000" dirty="0" smtClean="0">
                <a:solidFill>
                  <a:srgbClr val="FF0000"/>
                </a:solidFill>
              </a:rPr>
              <a:t>不死情况下</a:t>
            </a:r>
            <a:r>
              <a:rPr lang="en-US" altLang="zh-CN" sz="2000" dirty="0" smtClean="0">
                <a:solidFill>
                  <a:srgbClr val="FF0000"/>
                </a:solidFill>
              </a:rPr>
              <a:t>3.1</a:t>
            </a:r>
            <a:r>
              <a:rPr lang="zh-CN" altLang="en-US" sz="2000" dirty="0" smtClean="0">
                <a:solidFill>
                  <a:srgbClr val="FF0000"/>
                </a:solidFill>
              </a:rPr>
              <a:t>）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9" name="矩形 8">
            <a:hlinkHover r:id="rId2" action="ppaction://hlinksldjump"/>
          </p:cNvPr>
          <p:cNvSpPr/>
          <p:nvPr/>
        </p:nvSpPr>
        <p:spPr>
          <a:xfrm>
            <a:off x="0" y="1084521"/>
            <a:ext cx="559758" cy="5773479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10" name="矩形 9">
            <a:hlinkHover r:id="rId2" action="ppaction://hlinksldjump"/>
          </p:cNvPr>
          <p:cNvSpPr/>
          <p:nvPr/>
        </p:nvSpPr>
        <p:spPr>
          <a:xfrm>
            <a:off x="11632241" y="-19071770"/>
            <a:ext cx="559759" cy="45654684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12" name="矩形 11">
            <a:hlinkHover r:id="rId2" action="ppaction://hlinksldjump"/>
          </p:cNvPr>
          <p:cNvSpPr/>
          <p:nvPr/>
        </p:nvSpPr>
        <p:spPr>
          <a:xfrm rot="5400000">
            <a:off x="5774224" y="-4217092"/>
            <a:ext cx="559758" cy="11162983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13" name="矩形 12">
            <a:hlinkHover r:id="rId2" action="ppaction://hlinksldjump"/>
          </p:cNvPr>
          <p:cNvSpPr/>
          <p:nvPr/>
        </p:nvSpPr>
        <p:spPr>
          <a:xfrm>
            <a:off x="-6049423" y="-891835"/>
            <a:ext cx="559758" cy="2536114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14" name="十字形 13"/>
          <p:cNvSpPr/>
          <p:nvPr/>
        </p:nvSpPr>
        <p:spPr>
          <a:xfrm>
            <a:off x="4859942" y="143924"/>
            <a:ext cx="707491" cy="673281"/>
          </a:xfrm>
          <a:prstGeom prst="plus">
            <a:avLst>
              <a:gd name="adj" fmla="val 40172"/>
            </a:avLst>
          </a:prstGeom>
          <a:solidFill>
            <a:srgbClr val="92D05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5567433" y="311550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/>
              <a:t>会旋转，要注意旋转快慢哦</a:t>
            </a:r>
            <a:endParaRPr lang="en-US" altLang="zh-CN" sz="2000" dirty="0" smtClean="0"/>
          </a:p>
        </p:txBody>
      </p:sp>
      <p:sp>
        <p:nvSpPr>
          <p:cNvPr id="16" name="十字形 15">
            <a:hlinkHover r:id="rId2" action="ppaction://hlinksldjump"/>
          </p:cNvPr>
          <p:cNvSpPr/>
          <p:nvPr/>
        </p:nvSpPr>
        <p:spPr>
          <a:xfrm rot="18937715">
            <a:off x="3804543" y="1878453"/>
            <a:ext cx="3988484" cy="4001352"/>
          </a:xfrm>
          <a:prstGeom prst="plus">
            <a:avLst>
              <a:gd name="adj" fmla="val 46313"/>
            </a:avLst>
          </a:prstGeom>
          <a:solidFill>
            <a:srgbClr val="92D05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048" y="2248235"/>
            <a:ext cx="533474" cy="476316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8" name="椭圆 17">
            <a:hlinkClick r:id="rId2" action="ppaction://hlinksldjump"/>
          </p:cNvPr>
          <p:cNvSpPr/>
          <p:nvPr/>
        </p:nvSpPr>
        <p:spPr>
          <a:xfrm>
            <a:off x="10969851" y="-621355"/>
            <a:ext cx="355780" cy="357444"/>
          </a:xfrm>
          <a:prstGeom prst="ellipse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>
            <a:hlinkClick r:id="rId2" action="ppaction://hlinksldjump"/>
          </p:cNvPr>
          <p:cNvSpPr/>
          <p:nvPr/>
        </p:nvSpPr>
        <p:spPr>
          <a:xfrm>
            <a:off x="728368" y="7090793"/>
            <a:ext cx="355780" cy="357444"/>
          </a:xfrm>
          <a:prstGeom prst="ellipse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hlinkHover r:id="rId2" action="ppaction://hlinksldjump"/>
          </p:cNvPr>
          <p:cNvSpPr/>
          <p:nvPr/>
        </p:nvSpPr>
        <p:spPr>
          <a:xfrm>
            <a:off x="-628098" y="2069513"/>
            <a:ext cx="355780" cy="357444"/>
          </a:xfrm>
          <a:prstGeom prst="ellipse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>
            <a:hlinkHover r:id="rId2" action="ppaction://hlinksldjump"/>
          </p:cNvPr>
          <p:cNvSpPr/>
          <p:nvPr/>
        </p:nvSpPr>
        <p:spPr>
          <a:xfrm>
            <a:off x="12498610" y="6223286"/>
            <a:ext cx="355780" cy="357444"/>
          </a:xfrm>
          <a:prstGeom prst="ellipse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8584287" y="5200154"/>
            <a:ext cx="556316" cy="452284"/>
          </a:xfrm>
          <a:prstGeom prst="rect">
            <a:avLst/>
          </a:prstGeom>
          <a:noFill/>
          <a:ln w="3175">
            <a:solidFill>
              <a:srgbClr val="FF0000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 smtClean="0">
                <a:solidFill>
                  <a:srgbClr val="FF0000"/>
                </a:solidFill>
              </a:rPr>
              <a:t>！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913629" y="5366084"/>
            <a:ext cx="458338" cy="572708"/>
          </a:xfrm>
          <a:prstGeom prst="rect">
            <a:avLst/>
          </a:prstGeom>
          <a:noFill/>
          <a:ln w="3175">
            <a:solidFill>
              <a:srgbClr val="FF0000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 smtClean="0">
                <a:solidFill>
                  <a:srgbClr val="FF0000"/>
                </a:solidFill>
              </a:rPr>
              <a:t>！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0" name="矩形 29">
            <a:hlinkHover r:id="rId2" action="ppaction://hlinksldjump"/>
          </p:cNvPr>
          <p:cNvSpPr/>
          <p:nvPr/>
        </p:nvSpPr>
        <p:spPr>
          <a:xfrm>
            <a:off x="12676500" y="5200154"/>
            <a:ext cx="1278764" cy="452284"/>
          </a:xfrm>
          <a:prstGeom prst="rect">
            <a:avLst/>
          </a:prstGeom>
          <a:solidFill>
            <a:srgbClr val="C0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hlinkHover r:id="rId2" action="ppaction://hlinksldjump"/>
          </p:cNvPr>
          <p:cNvSpPr/>
          <p:nvPr/>
        </p:nvSpPr>
        <p:spPr>
          <a:xfrm rot="5400000">
            <a:off x="2506443" y="7922194"/>
            <a:ext cx="1278764" cy="452284"/>
          </a:xfrm>
          <a:prstGeom prst="rect">
            <a:avLst/>
          </a:prstGeom>
          <a:solidFill>
            <a:srgbClr val="C0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1786021" y="4009707"/>
            <a:ext cx="556316" cy="452284"/>
          </a:xfrm>
          <a:prstGeom prst="rect">
            <a:avLst/>
          </a:prstGeom>
          <a:noFill/>
          <a:ln w="3175">
            <a:solidFill>
              <a:srgbClr val="FF0000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 smtClean="0">
                <a:solidFill>
                  <a:srgbClr val="FF0000"/>
                </a:solidFill>
              </a:rPr>
              <a:t>！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3" name="矩形 32">
            <a:hlinkHover r:id="rId2" action="ppaction://hlinksldjump"/>
          </p:cNvPr>
          <p:cNvSpPr/>
          <p:nvPr/>
        </p:nvSpPr>
        <p:spPr>
          <a:xfrm>
            <a:off x="-2496878" y="4010107"/>
            <a:ext cx="1278764" cy="452284"/>
          </a:xfrm>
          <a:prstGeom prst="rect">
            <a:avLst/>
          </a:prstGeom>
          <a:solidFill>
            <a:srgbClr val="C0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7568209" y="2390001"/>
            <a:ext cx="458338" cy="572708"/>
          </a:xfrm>
          <a:prstGeom prst="rect">
            <a:avLst/>
          </a:prstGeom>
          <a:noFill/>
          <a:ln w="3175">
            <a:solidFill>
              <a:srgbClr val="FF0000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 smtClean="0">
                <a:solidFill>
                  <a:srgbClr val="FF0000"/>
                </a:solidFill>
              </a:rPr>
              <a:t>！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5" name="矩形 34">
            <a:hlinkHover r:id="rId2" action="ppaction://hlinksldjump"/>
          </p:cNvPr>
          <p:cNvSpPr/>
          <p:nvPr/>
        </p:nvSpPr>
        <p:spPr>
          <a:xfrm rot="5400000">
            <a:off x="7154969" y="-1583741"/>
            <a:ext cx="1278764" cy="452284"/>
          </a:xfrm>
          <a:prstGeom prst="rect">
            <a:avLst/>
          </a:prstGeom>
          <a:solidFill>
            <a:srgbClr val="C0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十字形 36">
            <a:hlinkHover r:id="rId2" action="ppaction://hlinksldjump"/>
          </p:cNvPr>
          <p:cNvSpPr/>
          <p:nvPr/>
        </p:nvSpPr>
        <p:spPr>
          <a:xfrm>
            <a:off x="-1694289" y="-1689375"/>
            <a:ext cx="1476943" cy="1425464"/>
          </a:xfrm>
          <a:prstGeom prst="plus">
            <a:avLst>
              <a:gd name="adj" fmla="val 43736"/>
            </a:avLst>
          </a:prstGeom>
          <a:solidFill>
            <a:srgbClr val="92D05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等腰三角形 37">
            <a:hlinkHover r:id="rId2" action="ppaction://hlinksldjump"/>
          </p:cNvPr>
          <p:cNvSpPr/>
          <p:nvPr/>
        </p:nvSpPr>
        <p:spPr>
          <a:xfrm>
            <a:off x="-1294316" y="-1996089"/>
            <a:ext cx="676993" cy="469087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等腰三角形 39">
            <a:hlinkHover r:id="rId2" action="ppaction://hlinksldjump"/>
          </p:cNvPr>
          <p:cNvSpPr/>
          <p:nvPr/>
        </p:nvSpPr>
        <p:spPr>
          <a:xfrm rot="10800000">
            <a:off x="-1294316" y="-466679"/>
            <a:ext cx="676993" cy="469087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等腰三角形 40">
            <a:hlinkHover r:id="rId2" action="ppaction://hlinksldjump"/>
          </p:cNvPr>
          <p:cNvSpPr/>
          <p:nvPr/>
        </p:nvSpPr>
        <p:spPr>
          <a:xfrm rot="5400000">
            <a:off x="-548137" y="-1211188"/>
            <a:ext cx="676993" cy="469087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等腰三角形 41">
            <a:hlinkHover r:id="rId2" action="ppaction://hlinksldjump"/>
          </p:cNvPr>
          <p:cNvSpPr/>
          <p:nvPr/>
        </p:nvSpPr>
        <p:spPr>
          <a:xfrm rot="16200000">
            <a:off x="-1981870" y="-1211187"/>
            <a:ext cx="676993" cy="469087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椭圆 42">
            <a:hlinkHover r:id="rId2" action="ppaction://hlinksldjump"/>
          </p:cNvPr>
          <p:cNvSpPr/>
          <p:nvPr/>
        </p:nvSpPr>
        <p:spPr>
          <a:xfrm>
            <a:off x="-1647116" y="1715482"/>
            <a:ext cx="509206" cy="314632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椭圆 43">
            <a:hlinkClick r:id="rId2" action="ppaction://hlinksldjump"/>
            <a:hlinkHover r:id="rId2" action="ppaction://hlinksldjump"/>
          </p:cNvPr>
          <p:cNvSpPr/>
          <p:nvPr/>
        </p:nvSpPr>
        <p:spPr>
          <a:xfrm>
            <a:off x="-1642291" y="3484561"/>
            <a:ext cx="509206" cy="314632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>
            <a:hlinkClick r:id="" action="ppaction://hlinkshowjump?jump=nextslide"/>
            <a:hlinkHover r:id="rId2" action="ppaction://hlinksldjump"/>
          </p:cNvPr>
          <p:cNvSpPr/>
          <p:nvPr/>
        </p:nvSpPr>
        <p:spPr>
          <a:xfrm>
            <a:off x="-1647116" y="5354495"/>
            <a:ext cx="509206" cy="314632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>
            <a:hlinkHover r:id="rId2" action="ppaction://hlinksldjump"/>
          </p:cNvPr>
          <p:cNvSpPr/>
          <p:nvPr/>
        </p:nvSpPr>
        <p:spPr>
          <a:xfrm>
            <a:off x="13196704" y="2776609"/>
            <a:ext cx="509206" cy="314632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椭圆 46">
            <a:hlinkHover r:id="rId2" action="ppaction://hlinksldjump"/>
          </p:cNvPr>
          <p:cNvSpPr/>
          <p:nvPr/>
        </p:nvSpPr>
        <p:spPr>
          <a:xfrm>
            <a:off x="13201529" y="4545688"/>
            <a:ext cx="509206" cy="314632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hlinkHover r:id="rId2" action="ppaction://hlinksldjump"/>
          </p:cNvPr>
          <p:cNvSpPr/>
          <p:nvPr/>
        </p:nvSpPr>
        <p:spPr>
          <a:xfrm>
            <a:off x="13196704" y="6415622"/>
            <a:ext cx="509206" cy="314632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>
            <a:hlinkHover r:id="rId4" action="ppaction://hlinksldjump"/>
          </p:cNvPr>
          <p:cNvSpPr/>
          <p:nvPr/>
        </p:nvSpPr>
        <p:spPr>
          <a:xfrm rot="18811015">
            <a:off x="5650953" y="3674517"/>
            <a:ext cx="420685" cy="411010"/>
          </a:xfrm>
          <a:prstGeom prst="rect">
            <a:avLst/>
          </a:prstGeom>
          <a:noFill/>
          <a:ln w="57150">
            <a:solidFill>
              <a:srgbClr val="FFC000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0" name="矩形 49">
            <a:hlinkHover r:id="rId4" action="ppaction://hlinksldjump"/>
          </p:cNvPr>
          <p:cNvSpPr/>
          <p:nvPr/>
        </p:nvSpPr>
        <p:spPr>
          <a:xfrm>
            <a:off x="5658259" y="3667123"/>
            <a:ext cx="406074" cy="425798"/>
          </a:xfrm>
          <a:prstGeom prst="rect">
            <a:avLst/>
          </a:prstGeom>
          <a:noFill/>
          <a:ln w="57150">
            <a:solidFill>
              <a:srgbClr val="FFC000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728368" y="1835554"/>
            <a:ext cx="556316" cy="604684"/>
          </a:xfrm>
          <a:prstGeom prst="rect">
            <a:avLst/>
          </a:prstGeom>
          <a:noFill/>
          <a:ln w="3175">
            <a:solidFill>
              <a:srgbClr val="FF0000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dirty="0" smtClean="0">
                <a:solidFill>
                  <a:srgbClr val="FF0000"/>
                </a:solidFill>
              </a:rPr>
              <a:t>！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2439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750"/>
                            </p:stCondLst>
                            <p:childTnLst>
                              <p:par>
                                <p:cTn id="18" presetID="8" presetClass="emph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animRot by="62100000">
                                      <p:cBhvr>
                                        <p:cTn id="19" dur="12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" presetID="6" presetClass="emph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21" dur="5000" fill="hold"/>
                                        <p:tgtEl>
                                          <p:spTgt spid="16"/>
                                        </p:tgtEl>
                                      </p:cBhvr>
                                      <p:by x="250000" y="2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250"/>
                            </p:stCondLst>
                            <p:childTnLst>
                              <p:par>
                                <p:cTn id="23" presetID="0" presetClass="path" presetSubtype="0" repeatCount="200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-0.83841 1.12408 L -0.83424 -0.05555 L 0.00742 1.15741 L 0 0 Z " pathEditMode="relative" ptsTypes="AAAAA">
                                      <p:cBhvr>
                                        <p:cTn id="24" dur="5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0013 4.44444E-6 L 0.39088 -1.16852 L 0.84804 0.02963 L -0.11016 -0.52963 L 1.01471 -0.59815 L 0.00013 4.44444E-6 Z " pathEditMode="relative" ptsTypes="AAAAAA">
                                      <p:cBhvr>
                                        <p:cTn id="26" dur="5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08333E-7 1.85185E-6 L -1.08021 0.00185 L -1.08021 -0.61111 L 0.00834 -0.62037 L 0.00417 0.00185 L -1.08229 -0.60926 L -1.08021 0.00371 L 0.00521 -0.61852 L 2.08333E-7 1.85185E-6 Z " pathEditMode="relative" ptsTypes="AAAAAAAAA">
                                      <p:cBhvr>
                                        <p:cTn id="28" dur="1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5E-6 1.85185E-6 L 0.51979 0.77037 L 1.08437 -0.00741 L 0.50208 -0.43149 L -0.00625 -0.01297 L -0.00938 0.76481 L 0.51979 0.77037 L 0.50208 -0.44074 L 1.10104 -0.42778 L 1.10104 0.28148 L 1.10208 0.39259 L -0.00521 0.35926 L -0.00625 0.17407 L 1.1 0.18703 L 1.10312 -0.23704 L 1.10104 -0.43149 L -0.00521 -0.43889 L 2.5E-6 1.85185E-6 Z " pathEditMode="relative" ptsTypes="AAAAAAAAAAAAAAAAAA">
                                      <p:cBhvr>
                                        <p:cTn id="30" dur="1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250"/>
                            </p:stCondLst>
                            <p:childTnLst>
                              <p:par>
                                <p:cTn id="32" presetID="1" presetClass="exit" presetSubtype="0" fill="hold" grpId="2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9260"/>
                            </p:stCondLst>
                            <p:childTnLst>
                              <p:par>
                                <p:cTn id="35" presetID="1" presetClass="entr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260"/>
                            </p:stCondLst>
                            <p:childTnLst>
                              <p:par>
                                <p:cTn id="40" presetID="0" presetClass="path" presetSubtype="0" repeatCount="1400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00013 -0.00347 L -1.21719 0.00116 " pathEditMode="relative" rAng="0" ptsTypes="AA">
                                      <p:cBhvr>
                                        <p:cTn id="4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0859" y="231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0" presetClass="path" presetSubtype="0" repeatCount="13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-2.70833E-6 -2.96296E-6 C -0.00052 -0.47361 -0.00104 -0.94676 -0.00143 -1.4199 " pathEditMode="relative" rAng="0" ptsTypes="AA">
                                      <p:cBhvr>
                                        <p:cTn id="4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" y="-70995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0" presetClass="path" presetSubtype="0" repeatCount="1000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animMotion origin="layout" path="M 3.75E-6 -2.59259E-6 L 1.22356 -0.00463 " pathEditMode="relative" rAng="0" ptsTypes="AA">
                                      <p:cBhvr>
                                        <p:cTn id="57" dur="504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172" y="-231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0" presetClass="path" presetSubtype="0" repeatCount="1000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animMotion origin="layout" path="M 0.00026 -0.00185 L -0.00364 1.37361 " pathEditMode="relative" rAng="0" ptsTypes="AA">
                                      <p:cBhvr>
                                        <p:cTn id="5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5" y="687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9260"/>
                            </p:stCondLst>
                            <p:childTnLst>
                              <p:par>
                                <p:cTn id="61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9760"/>
                            </p:stCondLst>
                            <p:childTnLst>
                              <p:par>
                                <p:cTn id="66" presetID="0" presetClass="path" presetSubtype="0" ac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6446 1.02894 L 0.375 0.4956 L 0.63282 1.05 L 0.86576 0.50278 L 0.99597 1.05949 L 1.26042 0.50972 L 1.18151 -0.03981 L 0.83151 1.02199 L 0.62357 0.51898 L 0.38151 1.00324 L 0 0 Z " pathEditMode="relative" ptsTypes="AAAAAAAAAAAA">
                                      <p:cBhvr>
                                        <p:cTn id="67" dur="1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8" presetID="0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6446 1.02894 L 0.375 0.4956 L 0.63282 1.05 L 0.86576 0.50278 L 0.99597 1.05949 L 1.26042 0.50972 L 1.18151 -0.03981 L 0.83151 1.02199 L 0.62357 0.51898 L 0.38151 1.00324 L 0 0 Z " pathEditMode="relative" ptsTypes="AAAAAAAAAAAA">
                                      <p:cBhvr>
                                        <p:cTn id="69" dur="1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0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6446 1.02894 L 0.375 0.4956 L 0.63282 1.05 L 0.86576 0.50278 L 0.99597 1.05949 L 1.26042 0.50972 L 1.18151 -0.03981 L 0.83151 1.02199 L 0.62357 0.51898 L 0.38151 1.00324 L 0 0 Z " pathEditMode="relative" ptsTypes="AAAAAAAAAAAA">
                                      <p:cBhvr>
                                        <p:cTn id="71" dur="1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2" presetID="0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6446 1.02894 L 0.375 0.4956 L 0.63282 1.05 L 0.86576 0.50278 L 0.99597 1.05949 L 1.26042 0.50972 L 1.18151 -0.03981 L 0.83151 1.02199 L 0.62357 0.51898 L 0.38151 1.00324 L 0 0 Z " pathEditMode="relative" ptsTypes="AAAAAAAAAAAA">
                                      <p:cBhvr>
                                        <p:cTn id="73" dur="1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4" presetID="0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6446 1.02894 L 0.375 0.4956 L 0.63282 1.05 L 0.86576 0.50278 L 0.99597 1.05949 L 1.26042 0.50972 L 1.18151 -0.03981 L 0.83151 1.02199 L 0.62357 0.51898 L 0.38151 1.00324 L 0 0 Z " pathEditMode="relative" ptsTypes="AAAAAAAAAAAA">
                                      <p:cBhvr>
                                        <p:cTn id="75" dur="1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6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7000000">
                                      <p:cBhvr>
                                        <p:cTn id="77" dur="1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8" presetID="0" presetClass="path" presetSubtype="0" repeatCount="400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0 0 L -1.21966 -0.01412 L 0 0 Z " pathEditMode="relative" ptsTypes="AAA">
                                      <p:cBhvr>
                                        <p:cTn id="79" dur="5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0" presetID="0" presetClass="path" presetSubtype="0" repeatCount="400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0 0 L -1.21966 -0.01412 L 0 0 Z " pathEditMode="relative" ptsTypes="AAA">
                                      <p:cBhvr>
                                        <p:cTn id="81" dur="5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2" presetID="0" presetClass="path" presetSubtype="0" repeatCount="400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0 0 L -1.21966 -0.01412 L 0 0 Z " pathEditMode="relative" ptsTypes="AAA">
                                      <p:cBhvr>
                                        <p:cTn id="83" dur="5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4" presetID="0" presetClass="path" presetSubtype="0" repeatCount="500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0 0 L 1.21159 0.01875 L -0.00404 -0.00463 " pathEditMode="relative" ptsTypes="AAA">
                                      <p:cBhvr>
                                        <p:cTn id="85" dur="4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6" presetID="0" presetClass="path" presetSubtype="0" repeatCount="500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0 0 L 1.21159 0.01875 L -0.00404 -0.00463 " pathEditMode="relative" ptsTypes="AAA">
                                      <p:cBhvr>
                                        <p:cTn id="87" dur="4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8" presetID="0" presetClass="path" presetSubtype="0" repeatCount="500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0 0 L 1.21159 0.01875 L -0.00404 -0.00463 " pathEditMode="relative" ptsTypes="AAA">
                                      <p:cBhvr>
                                        <p:cTn id="89" dur="4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64760"/>
                            </p:stCondLst>
                            <p:childTnLst>
                              <p:par>
                                <p:cTn id="91" presetID="10" presetClass="entr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6" grpId="2" animBg="1"/>
      <p:bldP spid="18" grpId="0" animBg="1"/>
      <p:bldP spid="19" grpId="0" animBg="1"/>
      <p:bldP spid="20" grpId="0" animBg="1"/>
      <p:bldP spid="21" grpId="0" animBg="1"/>
      <p:bldP spid="23" grpId="0" animBg="1"/>
      <p:bldP spid="23" grpId="1" animBg="1"/>
      <p:bldP spid="24" grpId="0" animBg="1"/>
      <p:bldP spid="24" grpId="1" animBg="1"/>
      <p:bldP spid="30" grpId="0" animBg="1"/>
      <p:bldP spid="31" grpId="0" animBg="1"/>
      <p:bldP spid="32" grpId="0" animBg="1"/>
      <p:bldP spid="32" grpId="1" animBg="1"/>
      <p:bldP spid="33" grpId="0" animBg="1"/>
      <p:bldP spid="34" grpId="0" animBg="1"/>
      <p:bldP spid="34" grpId="1" animBg="1"/>
      <p:bldP spid="35" grpId="0" animBg="1"/>
      <p:bldP spid="37" grpId="0" animBg="1"/>
      <p:bldP spid="37" grpId="1" animBg="1"/>
      <p:bldP spid="38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49" grpId="1" animBg="1"/>
      <p:bldP spid="50" grpId="0" animBg="1"/>
      <p:bldP spid="50" grpId="1" animBg="1"/>
      <p:bldP spid="36" grpId="0" animBg="1"/>
      <p:bldP spid="36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hlinkHover r:id="rId2" action="ppaction://hlinksldjump"/>
          </p:cNvPr>
          <p:cNvSpPr/>
          <p:nvPr/>
        </p:nvSpPr>
        <p:spPr>
          <a:xfrm rot="5400000">
            <a:off x="5607574" y="1937162"/>
            <a:ext cx="559758" cy="125464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6" name="矩形 5">
            <a:hlinkHover r:id="rId2" action="ppaction://hlinksldjump"/>
          </p:cNvPr>
          <p:cNvSpPr/>
          <p:nvPr/>
        </p:nvSpPr>
        <p:spPr>
          <a:xfrm rot="5400000">
            <a:off x="5641110" y="4527586"/>
            <a:ext cx="559758" cy="125464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7" name="矩形 6">
            <a:hlinkHover r:id="rId2" action="ppaction://hlinksldjump"/>
          </p:cNvPr>
          <p:cNvSpPr/>
          <p:nvPr/>
        </p:nvSpPr>
        <p:spPr>
          <a:xfrm>
            <a:off x="13245141" y="-19160219"/>
            <a:ext cx="559759" cy="45654684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8" name="矩形 7">
            <a:hlinkHover r:id="rId2" action="ppaction://hlinksldjump"/>
          </p:cNvPr>
          <p:cNvSpPr/>
          <p:nvPr/>
        </p:nvSpPr>
        <p:spPr>
          <a:xfrm rot="10800000">
            <a:off x="7037269" y="3201327"/>
            <a:ext cx="559758" cy="125464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9" name="矩形 8">
            <a:hlinkHover r:id="rId2" action="ppaction://hlinksldjump"/>
          </p:cNvPr>
          <p:cNvSpPr/>
          <p:nvPr/>
        </p:nvSpPr>
        <p:spPr>
          <a:xfrm rot="10800000">
            <a:off x="4352910" y="3201327"/>
            <a:ext cx="559758" cy="125464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35" name="矩形 34">
            <a:hlinkHover r:id="rId2" action="ppaction://hlinksldjump"/>
          </p:cNvPr>
          <p:cNvSpPr/>
          <p:nvPr/>
        </p:nvSpPr>
        <p:spPr>
          <a:xfrm rot="10800000">
            <a:off x="8886804" y="3225566"/>
            <a:ext cx="559758" cy="125464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36" name="矩形 35">
            <a:hlinkHover r:id="rId2" action="ppaction://hlinksldjump"/>
          </p:cNvPr>
          <p:cNvSpPr/>
          <p:nvPr/>
        </p:nvSpPr>
        <p:spPr>
          <a:xfrm rot="10800000">
            <a:off x="2678931" y="3201327"/>
            <a:ext cx="559758" cy="125464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37" name="矩形 36">
            <a:hlinkHover r:id="rId2" action="ppaction://hlinksldjump"/>
          </p:cNvPr>
          <p:cNvSpPr/>
          <p:nvPr/>
        </p:nvSpPr>
        <p:spPr>
          <a:xfrm rot="5400000">
            <a:off x="5614576" y="238273"/>
            <a:ext cx="559758" cy="125464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38" name="矩形 37">
            <a:hlinkHover r:id="rId2" action="ppaction://hlinksldjump"/>
          </p:cNvPr>
          <p:cNvSpPr/>
          <p:nvPr/>
        </p:nvSpPr>
        <p:spPr>
          <a:xfrm rot="5400000">
            <a:off x="5659148" y="5798936"/>
            <a:ext cx="559758" cy="125464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39" name="矩形 38">
            <a:hlinkHover r:id="rId2" action="ppaction://hlinksldjump"/>
          </p:cNvPr>
          <p:cNvSpPr/>
          <p:nvPr/>
        </p:nvSpPr>
        <p:spPr>
          <a:xfrm rot="7300830">
            <a:off x="8606924" y="619313"/>
            <a:ext cx="559758" cy="125464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40" name="矩形 39">
            <a:hlinkHover r:id="rId2" action="ppaction://hlinksldjump"/>
          </p:cNvPr>
          <p:cNvSpPr/>
          <p:nvPr/>
        </p:nvSpPr>
        <p:spPr>
          <a:xfrm rot="7395932">
            <a:off x="2835050" y="5435567"/>
            <a:ext cx="559758" cy="125464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42" name="矩形 41">
            <a:hlinkHover r:id="rId2" action="ppaction://hlinksldjump"/>
          </p:cNvPr>
          <p:cNvSpPr/>
          <p:nvPr/>
        </p:nvSpPr>
        <p:spPr>
          <a:xfrm rot="3289631">
            <a:off x="2920698" y="596801"/>
            <a:ext cx="559758" cy="125464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43" name="矩形 42">
            <a:hlinkHover r:id="rId2" action="ppaction://hlinksldjump"/>
          </p:cNvPr>
          <p:cNvSpPr/>
          <p:nvPr/>
        </p:nvSpPr>
        <p:spPr>
          <a:xfrm rot="3077701">
            <a:off x="8590650" y="5468133"/>
            <a:ext cx="559758" cy="125464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44" name="矩形 43">
            <a:hlinkHover r:id="rId2" action="ppaction://hlinksldjump"/>
          </p:cNvPr>
          <p:cNvSpPr/>
          <p:nvPr/>
        </p:nvSpPr>
        <p:spPr>
          <a:xfrm rot="10800000">
            <a:off x="4281030" y="5055527"/>
            <a:ext cx="559758" cy="125464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45" name="矩形 44">
            <a:hlinkHover r:id="rId2" action="ppaction://hlinksldjump"/>
          </p:cNvPr>
          <p:cNvSpPr/>
          <p:nvPr/>
        </p:nvSpPr>
        <p:spPr>
          <a:xfrm rot="10800000">
            <a:off x="4287479" y="1309841"/>
            <a:ext cx="559758" cy="125464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46" name="矩形 45">
            <a:hlinkHover r:id="rId2" action="ppaction://hlinksldjump"/>
          </p:cNvPr>
          <p:cNvSpPr/>
          <p:nvPr/>
        </p:nvSpPr>
        <p:spPr>
          <a:xfrm rot="10800000">
            <a:off x="7083190" y="1281304"/>
            <a:ext cx="559758" cy="125464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47" name="矩形 46">
            <a:hlinkHover r:id="rId2" action="ppaction://hlinksldjump"/>
          </p:cNvPr>
          <p:cNvSpPr/>
          <p:nvPr/>
        </p:nvSpPr>
        <p:spPr>
          <a:xfrm rot="10800000">
            <a:off x="7037268" y="5165398"/>
            <a:ext cx="559758" cy="125464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48" name="矩形 47">
            <a:hlinkHover r:id="rId2" action="ppaction://hlinksldjump"/>
          </p:cNvPr>
          <p:cNvSpPr/>
          <p:nvPr/>
        </p:nvSpPr>
        <p:spPr>
          <a:xfrm rot="10800000">
            <a:off x="1520206" y="1768253"/>
            <a:ext cx="559758" cy="125464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49" name="矩形 48">
            <a:hlinkHover r:id="rId2" action="ppaction://hlinksldjump"/>
          </p:cNvPr>
          <p:cNvSpPr/>
          <p:nvPr/>
        </p:nvSpPr>
        <p:spPr>
          <a:xfrm rot="10800000">
            <a:off x="1536334" y="4247707"/>
            <a:ext cx="559758" cy="125464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50" name="矩形 49">
            <a:hlinkHover r:id="rId2" action="ppaction://hlinksldjump"/>
          </p:cNvPr>
          <p:cNvSpPr/>
          <p:nvPr/>
        </p:nvSpPr>
        <p:spPr>
          <a:xfrm rot="10800000">
            <a:off x="9917482" y="4247707"/>
            <a:ext cx="559758" cy="125464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51" name="矩形 50">
            <a:hlinkHover r:id="rId2" action="ppaction://hlinksldjump"/>
          </p:cNvPr>
          <p:cNvSpPr/>
          <p:nvPr/>
        </p:nvSpPr>
        <p:spPr>
          <a:xfrm rot="10800000">
            <a:off x="9852679" y="1768253"/>
            <a:ext cx="559758" cy="125464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52" name="矩形 51">
            <a:hlinkHover r:id="rId2" action="ppaction://hlinksldjump"/>
          </p:cNvPr>
          <p:cNvSpPr/>
          <p:nvPr/>
        </p:nvSpPr>
        <p:spPr>
          <a:xfrm rot="10800000">
            <a:off x="11376414" y="5386362"/>
            <a:ext cx="559758" cy="125464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53" name="矩形 52">
            <a:hlinkHover r:id="rId2" action="ppaction://hlinksldjump"/>
          </p:cNvPr>
          <p:cNvSpPr/>
          <p:nvPr/>
        </p:nvSpPr>
        <p:spPr>
          <a:xfrm rot="10800000">
            <a:off x="11376414" y="2844362"/>
            <a:ext cx="559758" cy="125464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54" name="矩形 53">
            <a:hlinkHover r:id="rId2" action="ppaction://hlinksldjump"/>
          </p:cNvPr>
          <p:cNvSpPr/>
          <p:nvPr/>
        </p:nvSpPr>
        <p:spPr>
          <a:xfrm rot="10800000">
            <a:off x="11376414" y="318720"/>
            <a:ext cx="559758" cy="125464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55" name="矩形 54">
            <a:hlinkHover r:id="rId2" action="ppaction://hlinksldjump"/>
          </p:cNvPr>
          <p:cNvSpPr/>
          <p:nvPr/>
        </p:nvSpPr>
        <p:spPr>
          <a:xfrm rot="10800000">
            <a:off x="139587" y="3059223"/>
            <a:ext cx="559758" cy="125464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56" name="矩形 55">
            <a:hlinkHover r:id="rId2" action="ppaction://hlinksldjump"/>
          </p:cNvPr>
          <p:cNvSpPr/>
          <p:nvPr/>
        </p:nvSpPr>
        <p:spPr>
          <a:xfrm rot="10800000">
            <a:off x="165470" y="5434786"/>
            <a:ext cx="559758" cy="125464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57" name="矩形 56">
            <a:hlinkHover r:id="rId2" action="ppaction://hlinksldjump"/>
          </p:cNvPr>
          <p:cNvSpPr/>
          <p:nvPr/>
        </p:nvSpPr>
        <p:spPr>
          <a:xfrm rot="10800000">
            <a:off x="270581" y="238273"/>
            <a:ext cx="559758" cy="125464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58" name="矩形 57">
            <a:hlinkHover r:id="rId2" action="ppaction://hlinksldjump"/>
          </p:cNvPr>
          <p:cNvSpPr/>
          <p:nvPr/>
        </p:nvSpPr>
        <p:spPr>
          <a:xfrm rot="5400000">
            <a:off x="3042674" y="1974823"/>
            <a:ext cx="559758" cy="125464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59" name="矩形 58">
            <a:hlinkHover r:id="rId2" action="ppaction://hlinksldjump"/>
          </p:cNvPr>
          <p:cNvSpPr/>
          <p:nvPr/>
        </p:nvSpPr>
        <p:spPr>
          <a:xfrm rot="5400000">
            <a:off x="3114500" y="4258198"/>
            <a:ext cx="559758" cy="125464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60" name="矩形 59">
            <a:hlinkHover r:id="rId2" action="ppaction://hlinksldjump"/>
          </p:cNvPr>
          <p:cNvSpPr/>
          <p:nvPr/>
        </p:nvSpPr>
        <p:spPr>
          <a:xfrm rot="5400000">
            <a:off x="8427996" y="2067843"/>
            <a:ext cx="559758" cy="125464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61" name="矩形 60">
            <a:hlinkHover r:id="rId2" action="ppaction://hlinksldjump"/>
          </p:cNvPr>
          <p:cNvSpPr/>
          <p:nvPr/>
        </p:nvSpPr>
        <p:spPr>
          <a:xfrm rot="5400000">
            <a:off x="8415387" y="4383289"/>
            <a:ext cx="559758" cy="125464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62" name="矩形 61">
            <a:hlinkHover r:id="rId2" action="ppaction://hlinksldjump"/>
          </p:cNvPr>
          <p:cNvSpPr/>
          <p:nvPr/>
        </p:nvSpPr>
        <p:spPr>
          <a:xfrm rot="10800000">
            <a:off x="560326" y="2129388"/>
            <a:ext cx="559758" cy="571794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63" name="矩形 62">
            <a:hlinkHover r:id="rId2" action="ppaction://hlinksldjump"/>
          </p:cNvPr>
          <p:cNvSpPr/>
          <p:nvPr/>
        </p:nvSpPr>
        <p:spPr>
          <a:xfrm rot="10800000">
            <a:off x="673618" y="4605640"/>
            <a:ext cx="559758" cy="571794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64" name="矩形 63">
            <a:hlinkHover r:id="rId2" action="ppaction://hlinksldjump"/>
          </p:cNvPr>
          <p:cNvSpPr/>
          <p:nvPr/>
        </p:nvSpPr>
        <p:spPr>
          <a:xfrm rot="10800000">
            <a:off x="1536335" y="5860481"/>
            <a:ext cx="559758" cy="571794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65" name="矩形 64">
            <a:hlinkHover r:id="rId2" action="ppaction://hlinksldjump"/>
          </p:cNvPr>
          <p:cNvSpPr/>
          <p:nvPr/>
        </p:nvSpPr>
        <p:spPr>
          <a:xfrm rot="10800000">
            <a:off x="1375446" y="777099"/>
            <a:ext cx="559758" cy="571794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66" name="矩形 65">
            <a:hlinkHover r:id="rId2" action="ppaction://hlinksldjump"/>
          </p:cNvPr>
          <p:cNvSpPr/>
          <p:nvPr/>
        </p:nvSpPr>
        <p:spPr>
          <a:xfrm rot="10800000">
            <a:off x="9680183" y="238273"/>
            <a:ext cx="559758" cy="571794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67" name="矩形 66">
            <a:hlinkHover r:id="rId2" action="ppaction://hlinksldjump"/>
          </p:cNvPr>
          <p:cNvSpPr/>
          <p:nvPr/>
        </p:nvSpPr>
        <p:spPr>
          <a:xfrm rot="10800000">
            <a:off x="10648148" y="1702752"/>
            <a:ext cx="559758" cy="571794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68" name="矩形 67">
            <a:hlinkHover r:id="rId2" action="ppaction://hlinksldjump"/>
          </p:cNvPr>
          <p:cNvSpPr/>
          <p:nvPr/>
        </p:nvSpPr>
        <p:spPr>
          <a:xfrm rot="10800000">
            <a:off x="10617856" y="5058169"/>
            <a:ext cx="559758" cy="571794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69" name="矩形 68">
            <a:hlinkHover r:id="rId2" action="ppaction://hlinksldjump"/>
          </p:cNvPr>
          <p:cNvSpPr/>
          <p:nvPr/>
        </p:nvSpPr>
        <p:spPr>
          <a:xfrm rot="10800000">
            <a:off x="9869972" y="6117634"/>
            <a:ext cx="559758" cy="571794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70" name="矩形 69">
            <a:hlinkHover r:id="rId2" action="ppaction://hlinksldjump"/>
          </p:cNvPr>
          <p:cNvSpPr/>
          <p:nvPr/>
        </p:nvSpPr>
        <p:spPr>
          <a:xfrm rot="10800000">
            <a:off x="4306817" y="155877"/>
            <a:ext cx="559758" cy="571794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71" name="矩形 70">
            <a:hlinkHover r:id="rId2" action="ppaction://hlinksldjump"/>
          </p:cNvPr>
          <p:cNvSpPr/>
          <p:nvPr/>
        </p:nvSpPr>
        <p:spPr>
          <a:xfrm rot="10800000">
            <a:off x="7037268" y="117794"/>
            <a:ext cx="559758" cy="571794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73" name="矩形 72">
            <a:hlinkHover r:id="rId3" action="ppaction://hlinksldjump"/>
          </p:cNvPr>
          <p:cNvSpPr/>
          <p:nvPr/>
        </p:nvSpPr>
        <p:spPr>
          <a:xfrm rot="18811015">
            <a:off x="246262" y="6271024"/>
            <a:ext cx="420685" cy="411010"/>
          </a:xfrm>
          <a:prstGeom prst="rect">
            <a:avLst/>
          </a:prstGeom>
          <a:noFill/>
          <a:ln w="57150">
            <a:solidFill>
              <a:srgbClr val="FFC000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4" name="矩形 73">
            <a:hlinkHover r:id="rId3" action="ppaction://hlinksldjump"/>
          </p:cNvPr>
          <p:cNvSpPr/>
          <p:nvPr/>
        </p:nvSpPr>
        <p:spPr>
          <a:xfrm>
            <a:off x="253568" y="6263630"/>
            <a:ext cx="406074" cy="425798"/>
          </a:xfrm>
          <a:prstGeom prst="rect">
            <a:avLst/>
          </a:prstGeom>
          <a:noFill/>
          <a:ln w="57150">
            <a:solidFill>
              <a:srgbClr val="FFC000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86406" y="146842"/>
            <a:ext cx="2578078" cy="954107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600" dirty="0" smtClean="0">
                <a:solidFill>
                  <a:schemeClr val="accent2">
                    <a:lumMod val="50000"/>
                  </a:schemeClr>
                </a:solidFill>
              </a:rPr>
              <a:t>Hard </a:t>
            </a:r>
            <a:r>
              <a:rPr lang="zh-CN" altLang="en-US" sz="3600" dirty="0" smtClean="0">
                <a:solidFill>
                  <a:schemeClr val="accent2">
                    <a:lumMod val="75000"/>
                  </a:schemeClr>
                </a:solidFill>
              </a:rPr>
              <a:t>第</a:t>
            </a:r>
            <a:r>
              <a:rPr lang="zh-CN" altLang="en-US" sz="3600" dirty="0">
                <a:solidFill>
                  <a:schemeClr val="accent2">
                    <a:lumMod val="75000"/>
                  </a:schemeClr>
                </a:solidFill>
              </a:rPr>
              <a:t>六</a:t>
            </a:r>
            <a:r>
              <a:rPr lang="zh-CN" altLang="en-US" sz="3600" dirty="0" smtClean="0">
                <a:solidFill>
                  <a:schemeClr val="accent2">
                    <a:lumMod val="75000"/>
                  </a:schemeClr>
                </a:solidFill>
              </a:rPr>
              <a:t>关</a:t>
            </a:r>
            <a:endParaRPr lang="en-US" altLang="zh-CN" sz="3600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zh-CN" altLang="en-US" sz="2000" dirty="0" smtClean="0">
                <a:solidFill>
                  <a:schemeClr val="accent2">
                    <a:lumMod val="75000"/>
                  </a:schemeClr>
                </a:solidFill>
              </a:rPr>
              <a:t>难度：</a:t>
            </a:r>
            <a:r>
              <a:rPr lang="en-US" altLang="zh-CN" sz="2000" dirty="0" smtClean="0">
                <a:solidFill>
                  <a:srgbClr val="FF0000"/>
                </a:solidFill>
              </a:rPr>
              <a:t>3.4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6691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5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6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5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8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10" dur="5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12" dur="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14" dur="3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8" presetClass="emph" presetSubtype="0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16" dur="4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8" presetClass="emph" presetSubtype="0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18" dur="3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8" presetClass="emph" presetSubtype="0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20" dur="4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22" dur="4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8" presetClass="emph" presetSubtype="0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24" dur="3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" presetID="8" presetClass="emph" presetSubtype="0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26" dur="4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" presetID="8" presetClass="emph" presetSubtype="0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28" dur="3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animRot by="21600000">
                                      <p:cBhvr>
                                        <p:cTn id="30" dur="4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animRot by="21600000">
                                      <p:cBhvr>
                                        <p:cTn id="32" dur="4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animRot by="21600000">
                                      <p:cBhvr>
                                        <p:cTn id="34" dur="3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animRot by="21600000">
                                      <p:cBhvr>
                                        <p:cTn id="36" dur="4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8" presetClass="emph" presetSubtype="0" repeatCount="indefinite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animRot by="21600000">
                                      <p:cBhvr>
                                        <p:cTn id="38" dur="47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" presetID="8" presetClass="emph" presetSubtype="0" repeatCount="indefinite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animRot by="21600000">
                                      <p:cBhvr>
                                        <p:cTn id="40" dur="4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8" presetClass="emph" presetSubtype="0" repeatCount="indefinite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animRot by="21600000">
                                      <p:cBhvr>
                                        <p:cTn id="42" dur="4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3" presetID="8" presetClass="emph" presetSubtype="0" repeatCount="indefinite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animRot by="21600000">
                                      <p:cBhvr>
                                        <p:cTn id="44" dur="32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5" presetID="8" presetClass="emph" presetSubtype="0" repeatCount="indefinite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animRot by="21600000">
                                      <p:cBhvr>
                                        <p:cTn id="46" dur="2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" presetID="8" presetClass="emph" presetSubtype="0" repeatCount="indefinite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animRot by="21600000">
                                      <p:cBhvr>
                                        <p:cTn id="48" dur="3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9" presetID="8" presetClass="emph" presetSubtype="0" repeatCount="indefinite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animRot by="21600000">
                                      <p:cBhvr>
                                        <p:cTn id="50" dur="3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1" presetID="8" presetClass="emph" presetSubtype="0" repeatCount="indefinite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animRot by="21600000">
                                      <p:cBhvr>
                                        <p:cTn id="52" dur="2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" presetID="8" presetClass="emph" presetSubtype="0" repeatCount="indefinite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21600000">
                                      <p:cBhvr>
                                        <p:cTn id="54" dur="32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5" presetID="8" presetClass="emph" presetSubtype="0" repeatCount="indefinite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21600000">
                                      <p:cBhvr>
                                        <p:cTn id="56" dur="3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7" presetID="8" presetClass="emph" presetSubtype="0" repeatCount="indefinite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21600000">
                                      <p:cBhvr>
                                        <p:cTn id="58" dur="4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9" presetID="8" presetClass="emph" presetSubtype="0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60" dur="4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1" presetID="8" presetClass="emph" presetSubtype="0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62" dur="42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3" presetID="8" presetClass="emph" presetSubtype="0" repeatCount="indefinite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21600000">
                                      <p:cBhvr>
                                        <p:cTn id="64" dur="4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5" presetID="8" presetClass="emph" presetSubtype="0" repeatCount="indefinite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21600000">
                                      <p:cBhvr>
                                        <p:cTn id="66" dur="3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7" presetID="8" presetClass="emph" presetSubtype="0" repeatCount="indefinite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21600000">
                                      <p:cBhvr>
                                        <p:cTn id="68" dur="3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9" presetID="8" presetClass="emph" presetSubtype="0" repeatCount="indefinite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21600000">
                                      <p:cBhvr>
                                        <p:cTn id="70" dur="3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1" presetID="8" presetClass="emph" presetSubtype="0" repeatCount="indefinite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21600000">
                                      <p:cBhvr>
                                        <p:cTn id="72" dur="3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3" presetID="8" presetClass="emph" presetSubtype="0" repeatCount="indefinite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21600000">
                                      <p:cBhvr>
                                        <p:cTn id="74" dur="3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5" presetID="8" presetClass="emph" presetSubtype="0" repeatCount="indefinite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21600000">
                                      <p:cBhvr>
                                        <p:cTn id="76" dur="3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7" presetID="8" presetClass="emph" presetSubtype="0" repeatCount="indefinite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21600000">
                                      <p:cBhvr>
                                        <p:cTn id="78" dur="3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9" presetID="8" presetClass="emph" presetSubtype="0" repeatCount="indefinite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21600000">
                                      <p:cBhvr>
                                        <p:cTn id="80" dur="3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1" presetID="8" presetClass="emph" presetSubtype="0" repeatCount="indefinite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21600000">
                                      <p:cBhvr>
                                        <p:cTn id="82" dur="3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3" presetID="8" presetClass="emph" presetSubtype="0" repeatCount="indefinite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21600000">
                                      <p:cBhvr>
                                        <p:cTn id="84" dur="3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5" presetID="0" presetClass="path" presetSubtype="0" repeatCount="indefinite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 C -0.00039 -0.30069 -0.00078 -0.60139 -0.00117 -0.90185 L 0.44792 -0.9037 L -0.00222 -0.9037 L 0.93229 -0.90741 L 0.93633 -0.42593 L 0.93021 -0.90555 L 0.44271 -0.9037 L 0.92396 -0.90555 L 0.94271 0.02037 L 0.00208 0.01852 L 0.45729 0.01482 L 0.45729 0.2 L -0.11042 0.18866 L -0.10521 -0.39074 L 0.00104 -0.39468 C 0.00065 -0.6125 0.00026 -0.83032 0 -1.04815 L 0.44792 -1.04074 L 0.45 -0.90185 L 1.01875 -0.90741 L 1.01875 -1.02963 L 0.44583 -1.03704 L 0.45417 -0.8963 L -0.00729 -0.9 L -0.00117 0.01667 L 0.93958 0.02222 L 0.92812 -0.90926 L -0.00313 -0.90185 L 0 0 Z " pathEditMode="relative" ptsTypes="AAAAAAAAAAAAAAAAAAAAAAAAAAAAA">
                                      <p:cBhvr>
                                        <p:cTn id="86" dur="50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7" presetID="0" presetClass="path" presetSubtype="0" repeatCount="indefinite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 C -0.00039 -0.30069 -0.00078 -0.60139 -0.00117 -0.90185 L 0.44792 -0.9037 L -0.00222 -0.9037 L 0.93229 -0.90741 L 0.93633 -0.42593 L 0.93021 -0.90555 L 0.44271 -0.9037 L 0.92396 -0.90555 L 0.94271 0.02037 L 0.00208 0.01852 L 0.45729 0.01482 L 0.45729 0.2 L -0.11042 0.18866 L -0.10521 -0.39074 L 0.00104 -0.39468 C 0.00065 -0.6125 0.00026 -0.83032 0 -1.04815 L 0.44792 -1.04074 L 0.45 -0.90185 L 1.01875 -0.90741 L 1.01875 -1.02963 L 0.44583 -1.03704 L 0.45417 -0.8963 L -0.00729 -0.9 L -0.00117 0.01667 L 0.93958 0.02222 L 0.92812 -0.90926 L -0.00313 -0.90185 L 0 0 Z " pathEditMode="relative" ptsTypes="AAAAAAAAAAAAAAAAAAAAAAAAAAAAA">
                                      <p:cBhvr>
                                        <p:cTn id="88" dur="50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3" grpId="0" animBg="1"/>
      <p:bldP spid="74" grpId="0" animBg="1"/>
      <p:bldP spid="7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034341" y="2603915"/>
            <a:ext cx="5243871" cy="1754326"/>
          </a:xfrm>
          <a:prstGeom prst="rect">
            <a:avLst/>
          </a:prstGeom>
          <a:ln w="38100">
            <a:solidFill>
              <a:srgbClr val="ED7D3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chemeClr val="accent2">
                    <a:lumMod val="75000"/>
                  </a:schemeClr>
                </a:solidFill>
              </a:rPr>
              <a:t>恭喜通关</a:t>
            </a:r>
            <a:r>
              <a:rPr lang="en-US" altLang="zh-CN" sz="3600" dirty="0">
                <a:solidFill>
                  <a:schemeClr val="accent2">
                    <a:lumMod val="50000"/>
                  </a:schemeClr>
                </a:solidFill>
              </a:rPr>
              <a:t>Hard</a:t>
            </a:r>
            <a:r>
              <a:rPr lang="zh-CN" altLang="en-US" sz="3600" dirty="0" smtClean="0">
                <a:solidFill>
                  <a:schemeClr val="accent2">
                    <a:lumMod val="75000"/>
                  </a:schemeClr>
                </a:solidFill>
              </a:rPr>
              <a:t>难度！！！</a:t>
            </a:r>
            <a:endParaRPr lang="en-US" altLang="zh-CN" sz="3600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altLang="zh-CN" sz="3600" dirty="0" smtClean="0">
                <a:solidFill>
                  <a:schemeClr val="accent2">
                    <a:lumMod val="75000"/>
                  </a:schemeClr>
                </a:solidFill>
              </a:rPr>
              <a:t>NB</a:t>
            </a:r>
            <a:r>
              <a:rPr lang="zh-CN" altLang="en-US" sz="3600" dirty="0" smtClean="0">
                <a:solidFill>
                  <a:schemeClr val="accent2">
                    <a:lumMod val="75000"/>
                  </a:schemeClr>
                </a:solidFill>
              </a:rPr>
              <a:t>！大佬！无敌！</a:t>
            </a:r>
            <a:endParaRPr lang="en-US" altLang="zh-CN" sz="3600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zh-CN" altLang="en-US" sz="3600" dirty="0">
                <a:solidFill>
                  <a:schemeClr val="accent2">
                    <a:lumMod val="75000"/>
                  </a:schemeClr>
                </a:solidFill>
              </a:rPr>
              <a:t>感谢您的</a:t>
            </a:r>
            <a:r>
              <a:rPr lang="zh-CN" altLang="en-US" sz="3600" dirty="0" smtClean="0">
                <a:solidFill>
                  <a:schemeClr val="accent2">
                    <a:lumMod val="75000"/>
                  </a:schemeClr>
                </a:solidFill>
              </a:rPr>
              <a:t>游玩！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文本框 2">
            <a:hlinkClick r:id="rId2" action="ppaction://hlinksldjump"/>
          </p:cNvPr>
          <p:cNvSpPr txBox="1"/>
          <p:nvPr/>
        </p:nvSpPr>
        <p:spPr>
          <a:xfrm>
            <a:off x="557469" y="5760643"/>
            <a:ext cx="2031325" cy="646331"/>
          </a:xfrm>
          <a:prstGeom prst="rect">
            <a:avLst/>
          </a:prstGeom>
          <a:ln w="381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rgbClr val="7030A0"/>
                </a:solidFill>
              </a:rPr>
              <a:t>返回界面</a:t>
            </a:r>
            <a:endParaRPr lang="zh-CN" altLang="en-US" sz="3600" dirty="0">
              <a:solidFill>
                <a:srgbClr val="7030A0"/>
              </a:solidFill>
            </a:endParaRPr>
          </a:p>
        </p:txBody>
      </p:sp>
      <p:sp>
        <p:nvSpPr>
          <p:cNvPr id="4" name="文本框 3">
            <a:hlinkClick r:id="rId3" action="ppaction://hlinksldjump"/>
          </p:cNvPr>
          <p:cNvSpPr txBox="1"/>
          <p:nvPr/>
        </p:nvSpPr>
        <p:spPr>
          <a:xfrm>
            <a:off x="8762597" y="1311500"/>
            <a:ext cx="1215103" cy="1200329"/>
          </a:xfrm>
          <a:prstGeom prst="rect">
            <a:avLst/>
          </a:prstGeom>
          <a:ln w="38100">
            <a:solidFill>
              <a:srgbClr val="ED7D3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rgbClr val="00B050"/>
                </a:solidFill>
              </a:rPr>
              <a:t>再玩一遍</a:t>
            </a:r>
            <a:endParaRPr lang="zh-CN" altLang="en-US" sz="3600" dirty="0">
              <a:solidFill>
                <a:srgbClr val="00B050"/>
              </a:solidFill>
            </a:endParaRPr>
          </a:p>
        </p:txBody>
      </p:sp>
      <p:sp>
        <p:nvSpPr>
          <p:cNvPr id="5" name="文本框 4">
            <a:hlinkClick r:id="rId4" action="ppaction://hlinksldjump"/>
          </p:cNvPr>
          <p:cNvSpPr txBox="1"/>
          <p:nvPr/>
        </p:nvSpPr>
        <p:spPr>
          <a:xfrm>
            <a:off x="11493500" y="2049917"/>
            <a:ext cx="572988" cy="2862322"/>
          </a:xfrm>
          <a:prstGeom prst="rect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rgbClr val="ED7D31"/>
                </a:solidFill>
              </a:rPr>
              <a:t>接着</a:t>
            </a:r>
            <a:r>
              <a:rPr lang="zh-CN" altLang="en-US" sz="3600" dirty="0">
                <a:solidFill>
                  <a:srgbClr val="ED7D31"/>
                </a:solidFill>
              </a:rPr>
              <a:t>闯关</a:t>
            </a:r>
            <a:r>
              <a:rPr lang="zh-CN" altLang="en-US" sz="3600" dirty="0" smtClean="0">
                <a:solidFill>
                  <a:srgbClr val="ED7D31"/>
                </a:solidFill>
              </a:rPr>
              <a:t>！</a:t>
            </a:r>
            <a:endParaRPr lang="zh-CN" altLang="en-US" sz="3600" dirty="0">
              <a:solidFill>
                <a:srgbClr val="ED7D3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306794" y="2716992"/>
            <a:ext cx="147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挑战关</a:t>
            </a:r>
            <a:r>
              <a:rPr lang="zh-CN" altLang="en-US" dirty="0" smtClean="0"/>
              <a:t>➡️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431800" y="292100"/>
            <a:ext cx="591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\O/</a:t>
            </a:r>
            <a:r>
              <a:rPr lang="en-US" altLang="zh-CN" sz="2800" dirty="0"/>
              <a:t>\O</a:t>
            </a:r>
            <a:r>
              <a:rPr lang="en-US" altLang="zh-CN" sz="2800" dirty="0" smtClean="0"/>
              <a:t>/</a:t>
            </a:r>
            <a:r>
              <a:rPr lang="en-US" altLang="zh-CN" sz="2800" dirty="0"/>
              <a:t>\O</a:t>
            </a:r>
            <a:r>
              <a:rPr lang="en-US" altLang="zh-CN" sz="2800" dirty="0" smtClean="0"/>
              <a:t>/</a:t>
            </a:r>
            <a:r>
              <a:rPr lang="en-US" altLang="zh-CN" sz="2800" dirty="0"/>
              <a:t>\O</a:t>
            </a:r>
            <a:r>
              <a:rPr lang="en-US" altLang="zh-CN" sz="2800" dirty="0" smtClean="0"/>
              <a:t>/</a:t>
            </a:r>
            <a:r>
              <a:rPr lang="en-US" altLang="zh-CN" sz="2800" dirty="0"/>
              <a:t>\O</a:t>
            </a:r>
            <a:r>
              <a:rPr lang="en-US" altLang="zh-CN" sz="2800" dirty="0" smtClean="0"/>
              <a:t>/</a:t>
            </a:r>
            <a:r>
              <a:rPr lang="en-US" altLang="zh-CN" sz="2800" dirty="0"/>
              <a:t>\</a:t>
            </a:r>
            <a:r>
              <a:rPr lang="en-US" altLang="zh-CN" sz="2800" dirty="0" smtClean="0"/>
              <a:t>O/</a:t>
            </a:r>
            <a:r>
              <a:rPr lang="en-US" altLang="zh-CN" sz="2800" dirty="0"/>
              <a:t>\O</a:t>
            </a:r>
            <a:r>
              <a:rPr lang="en-US" altLang="zh-CN" sz="2800" dirty="0" smtClean="0"/>
              <a:t>/</a:t>
            </a:r>
            <a:r>
              <a:rPr lang="en-US" altLang="zh-CN" sz="2800" dirty="0"/>
              <a:t>\O</a:t>
            </a:r>
            <a:r>
              <a:rPr lang="en-US" altLang="zh-CN" sz="2800" dirty="0" smtClean="0"/>
              <a:t>/</a:t>
            </a:r>
            <a:r>
              <a:rPr lang="en-US" altLang="zh-CN" sz="2800" dirty="0"/>
              <a:t>\O</a:t>
            </a:r>
            <a:r>
              <a:rPr lang="en-US" altLang="zh-CN" sz="2800" dirty="0" smtClean="0"/>
              <a:t>/</a:t>
            </a:r>
            <a:r>
              <a:rPr lang="en-US" altLang="zh-CN" sz="2800" dirty="0"/>
              <a:t>\O</a:t>
            </a:r>
            <a:r>
              <a:rPr lang="en-US" altLang="zh-CN" sz="2800" dirty="0" smtClean="0"/>
              <a:t>/</a:t>
            </a:r>
            <a:endParaRPr lang="zh-CN" altLang="en-US" sz="2800" dirty="0"/>
          </a:p>
        </p:txBody>
      </p:sp>
      <p:sp>
        <p:nvSpPr>
          <p:cNvPr id="8" name="文本框 7"/>
          <p:cNvSpPr txBox="1"/>
          <p:nvPr/>
        </p:nvSpPr>
        <p:spPr>
          <a:xfrm>
            <a:off x="3232894" y="852861"/>
            <a:ext cx="7073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OHHHH OHHHHH H2O  OHHHH COOH OHHHH</a:t>
            </a:r>
            <a:endParaRPr lang="zh-CN" altLang="en-US" sz="2800" dirty="0"/>
          </a:p>
        </p:txBody>
      </p:sp>
      <p:sp>
        <p:nvSpPr>
          <p:cNvPr id="9" name="椭圆 8"/>
          <p:cNvSpPr/>
          <p:nvPr/>
        </p:nvSpPr>
        <p:spPr>
          <a:xfrm>
            <a:off x="9530076" y="4467114"/>
            <a:ext cx="355780" cy="357444"/>
          </a:xfrm>
          <a:prstGeom prst="ellipse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0438162" y="415977"/>
            <a:ext cx="1278764" cy="452284"/>
          </a:xfrm>
          <a:prstGeom prst="rect">
            <a:avLst/>
          </a:prstGeom>
          <a:solidFill>
            <a:srgbClr val="C0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6260638" y="6345881"/>
            <a:ext cx="509206" cy="314632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等腰三角形 11"/>
          <p:cNvSpPr/>
          <p:nvPr/>
        </p:nvSpPr>
        <p:spPr>
          <a:xfrm>
            <a:off x="218972" y="1142012"/>
            <a:ext cx="676993" cy="469087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十字形 12"/>
          <p:cNvSpPr/>
          <p:nvPr/>
        </p:nvSpPr>
        <p:spPr>
          <a:xfrm>
            <a:off x="394387" y="3463313"/>
            <a:ext cx="1222744" cy="1212111"/>
          </a:xfrm>
          <a:prstGeom prst="plus">
            <a:avLst>
              <a:gd name="adj" fmla="val 40172"/>
            </a:avLst>
          </a:prstGeom>
          <a:solidFill>
            <a:srgbClr val="92D05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 rot="18811015">
            <a:off x="246262" y="6271024"/>
            <a:ext cx="420685" cy="411010"/>
          </a:xfrm>
          <a:prstGeom prst="rect">
            <a:avLst/>
          </a:prstGeom>
          <a:noFill/>
          <a:ln w="57150">
            <a:solidFill>
              <a:srgbClr val="92D050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253568" y="6263630"/>
            <a:ext cx="406074" cy="425798"/>
          </a:xfrm>
          <a:prstGeom prst="rect">
            <a:avLst/>
          </a:prstGeom>
          <a:noFill/>
          <a:ln w="57150">
            <a:solidFill>
              <a:srgbClr val="92D050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6" name="文本框 15">
            <a:hlinkClick r:id="" action="ppaction://hlinkshowjump?jump=endshow"/>
          </p:cNvPr>
          <p:cNvSpPr txBox="1"/>
          <p:nvPr/>
        </p:nvSpPr>
        <p:spPr>
          <a:xfrm>
            <a:off x="10306794" y="6210809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退出游戏</a:t>
            </a:r>
          </a:p>
        </p:txBody>
      </p:sp>
    </p:spTree>
    <p:extLst>
      <p:ext uri="{BB962C8B-B14F-4D97-AF65-F5344CB8AC3E}">
        <p14:creationId xmlns:p14="http://schemas.microsoft.com/office/powerpoint/2010/main" val="2057903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50000" decel="42500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3.125E-6 -4.44444E-6 L -0.00169 -0.1581 L 0.00091 0.14885 L -0.00091 -0.01088 " pathEditMode="relative" rAng="0" ptsTypes="AAAA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00" y="-4630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accel="50000" decel="425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3.95833E-6 -4.81481E-6 L -0.00169 -0.1581 L 0.00092 0.14885 L -0.00091 -0.01087 " pathEditMode="relative" rAng="0" ptsTypes="AAAA"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00" y="-4630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repeatCount="indefinite" accel="50000" decel="425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5E-6 1.85185E-6 L -0.0017 -0.1581 L 0.00091 0.14884 L -0.00092 -0.01088 " pathEditMode="relative" rAng="0" ptsTypes="AAAA">
                                      <p:cBhvr>
                                        <p:cTn id="1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00" y="-4630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repeatCount="indefinite" accel="50000" decel="425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3.75E-6 1.48148E-6 L -0.00169 -0.1581 L 0.00092 0.14884 L -0.00091 -0.01088 " pathEditMode="relative" rAng="0" ptsTypes="AAAA">
                                      <p:cBhvr>
                                        <p:cTn id="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00" y="-4630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repeatCount="indefinite" accel="50000" decel="42500" fill="hold" grpId="0" nodeType="withEffect">
                                  <p:stCondLst>
                                    <p:cond delay="4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1.875E-6 2.96296E-6 L -0.00169 -0.1581 L 0.00091 0.14884 L -0.00091 -0.01088 " pathEditMode="relative" rAng="0" ptsTypes="AAAA">
                                      <p:cBhvr>
                                        <p:cTn id="1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00" y="-4630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repeatCount="indefinite" fill="hold" grpId="0" nodeType="withEffect">
                                  <p:stCondLst>
                                    <p:cond delay="18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C -0.00039 -0.30069 -0.00078 -0.60139 -0.00117 -0.90185 L 0.44792 -0.9037 L -0.00222 -0.9037 L 0.93229 -0.90741 L 0.93633 -0.42593 L 0.93021 -0.90555 L 0.44271 -0.9037 L 0.92396 -0.90555 L 0.94271 0.02037 L 0.00208 0.01852 L 0.45729 0.01482 L 0.45729 0.2 L -0.11042 0.18866 L -0.10521 -0.39074 L 0.00104 -0.39468 C 0.00065 -0.6125 0.00026 -0.83032 0 -1.04815 L 0.44792 -1.04074 L 0.45 -0.90185 L 1.01875 -0.90741 L 1.01875 -1.02963 L 0.44583 -1.03704 L 0.45417 -0.8963 L -0.00729 -0.9 L -0.00117 0.01667 L 0.93958 0.02222 L 0.92812 -0.90926 L -0.00313 -0.90185 L 0 0 Z " pathEditMode="relative" ptsTypes="AAAAAAAAAAAAAAAAAAAAAAAAAAAAA">
                                      <p:cBhvr>
                                        <p:cTn id="16" dur="59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repeatCount="indefinite" fill="hold" grpId="0" nodeType="withEffect">
                                  <p:stCondLst>
                                    <p:cond delay="18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C -0.00039 -0.30069 -0.00078 -0.60139 -0.00117 -0.90185 L 0.44792 -0.9037 L -0.00222 -0.9037 L 0.93229 -0.90741 L 0.93633 -0.42593 L 0.93021 -0.90555 L 0.44271 -0.9037 L 0.92396 -0.90555 L 0.94271 0.02037 L 0.00208 0.01852 L 0.45729 0.01482 L 0.45729 0.2 L -0.11042 0.18866 L -0.10521 -0.39074 L 0.00104 -0.39468 C 0.00065 -0.6125 0.00026 -0.83032 0 -1.04815 L 0.44792 -1.04074 L 0.45 -0.90185 L 1.01875 -0.90741 L 1.01875 -1.02963 L 0.44583 -1.03704 L 0.45417 -0.8963 L -0.00729 -0.9 L -0.00117 0.01667 L 0.93958 0.02222 L 0.92812 -0.90926 L -0.00313 -0.90185 L 0 0 Z " pathEditMode="relative" ptsTypes="AAAAAAAAAAAAAAAAAAAAAAAAAAAAA">
                                      <p:cBhvr>
                                        <p:cTn id="18" dur="59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hlinkHover r:id="rId2" action="ppaction://hlinksldjump"/>
          </p:cNvPr>
          <p:cNvSpPr/>
          <p:nvPr/>
        </p:nvSpPr>
        <p:spPr>
          <a:xfrm rot="18811015">
            <a:off x="2190272" y="3100375"/>
            <a:ext cx="420685" cy="411010"/>
          </a:xfrm>
          <a:prstGeom prst="rect">
            <a:avLst/>
          </a:prstGeom>
          <a:noFill/>
          <a:ln w="57150">
            <a:solidFill>
              <a:srgbClr val="7030A0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 2">
            <a:hlinkHover r:id="rId2" action="ppaction://hlinksldjump"/>
          </p:cNvPr>
          <p:cNvSpPr/>
          <p:nvPr/>
        </p:nvSpPr>
        <p:spPr>
          <a:xfrm>
            <a:off x="2197578" y="3092981"/>
            <a:ext cx="406074" cy="425798"/>
          </a:xfrm>
          <a:prstGeom prst="rect">
            <a:avLst/>
          </a:prstGeom>
          <a:noFill/>
          <a:ln w="57150">
            <a:solidFill>
              <a:srgbClr val="7030A0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矩形 7">
            <a:hlinkHover r:id="" action="ppaction://hlinkshowjump?jump=lastslide"/>
          </p:cNvPr>
          <p:cNvSpPr/>
          <p:nvPr/>
        </p:nvSpPr>
        <p:spPr>
          <a:xfrm>
            <a:off x="10803038" y="933357"/>
            <a:ext cx="345893" cy="5148943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9" name="矩形 8">
            <a:hlinkHover r:id="" action="ppaction://hlinkshowjump?jump=lastslide"/>
          </p:cNvPr>
          <p:cNvSpPr/>
          <p:nvPr/>
        </p:nvSpPr>
        <p:spPr>
          <a:xfrm>
            <a:off x="2871162" y="971008"/>
            <a:ext cx="559758" cy="5029101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11" name="矩形 10">
            <a:hlinkHover r:id="" action="ppaction://hlinkshowjump?jump=lastslide"/>
          </p:cNvPr>
          <p:cNvSpPr/>
          <p:nvPr/>
        </p:nvSpPr>
        <p:spPr>
          <a:xfrm rot="5400000">
            <a:off x="1490466" y="1440824"/>
            <a:ext cx="559758" cy="2201633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12" name="矩形 11">
            <a:hlinkHover r:id="" action="ppaction://hlinkshowjump?jump=lastslide"/>
          </p:cNvPr>
          <p:cNvSpPr/>
          <p:nvPr/>
        </p:nvSpPr>
        <p:spPr>
          <a:xfrm rot="5400000">
            <a:off x="1732240" y="2654275"/>
            <a:ext cx="559758" cy="276139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13" name="矩形 12">
            <a:hlinkHover r:id="" action="ppaction://hlinkshowjump?jump=lastslide"/>
          </p:cNvPr>
          <p:cNvSpPr/>
          <p:nvPr/>
        </p:nvSpPr>
        <p:spPr>
          <a:xfrm rot="5400000">
            <a:off x="6837100" y="-53089"/>
            <a:ext cx="559758" cy="7372117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22" name="矩形 21">
            <a:hlinkHover r:id="" action="ppaction://hlinkshowjump?jump=lastslide"/>
          </p:cNvPr>
          <p:cNvSpPr/>
          <p:nvPr/>
        </p:nvSpPr>
        <p:spPr>
          <a:xfrm rot="5400000">
            <a:off x="6008246" y="-18762"/>
            <a:ext cx="278983" cy="1375979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23" name="矩形 22">
            <a:hlinkHover r:id="" action="ppaction://hlinkshowjump?jump=lastslide"/>
          </p:cNvPr>
          <p:cNvSpPr/>
          <p:nvPr/>
        </p:nvSpPr>
        <p:spPr>
          <a:xfrm rot="5400000">
            <a:off x="5986273" y="-6932284"/>
            <a:ext cx="559758" cy="1375979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27" name="矩形 26">
            <a:hlinkHover r:id="" action="ppaction://hlinkshowjump?jump=lastslide"/>
          </p:cNvPr>
          <p:cNvSpPr/>
          <p:nvPr/>
        </p:nvSpPr>
        <p:spPr>
          <a:xfrm rot="20947134">
            <a:off x="9883554" y="4543805"/>
            <a:ext cx="559758" cy="2792068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32" name="矩形 31">
            <a:hlinkHover r:id="" action="ppaction://hlinkshowjump?jump=lastslide"/>
          </p:cNvPr>
          <p:cNvSpPr/>
          <p:nvPr/>
        </p:nvSpPr>
        <p:spPr>
          <a:xfrm>
            <a:off x="12576775" y="-4657060"/>
            <a:ext cx="541684" cy="1571492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33" name="矩形 32">
            <a:hlinkHover r:id="" action="ppaction://hlinkshowjump?jump=lastslide"/>
          </p:cNvPr>
          <p:cNvSpPr/>
          <p:nvPr/>
        </p:nvSpPr>
        <p:spPr>
          <a:xfrm rot="20947134">
            <a:off x="8667639" y="3462987"/>
            <a:ext cx="559758" cy="265358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34" name="矩形 33">
            <a:hlinkHover r:id="" action="ppaction://hlinkshowjump?jump=lastslide"/>
          </p:cNvPr>
          <p:cNvSpPr/>
          <p:nvPr/>
        </p:nvSpPr>
        <p:spPr>
          <a:xfrm rot="20947134">
            <a:off x="7958474" y="4686266"/>
            <a:ext cx="559758" cy="2792068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35" name="矩形 34">
            <a:hlinkHover r:id="" action="ppaction://hlinkshowjump?jump=lastslide"/>
          </p:cNvPr>
          <p:cNvSpPr/>
          <p:nvPr/>
        </p:nvSpPr>
        <p:spPr>
          <a:xfrm rot="20947134">
            <a:off x="6796700" y="3494418"/>
            <a:ext cx="559758" cy="2512334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36" name="矩形 35">
            <a:hlinkHover r:id="" action="ppaction://hlinkshowjump?jump=lastslide"/>
          </p:cNvPr>
          <p:cNvSpPr/>
          <p:nvPr/>
        </p:nvSpPr>
        <p:spPr>
          <a:xfrm rot="20947134">
            <a:off x="5995414" y="4487356"/>
            <a:ext cx="559758" cy="2792068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37" name="矩形 36">
            <a:hlinkHover r:id="" action="ppaction://hlinkshowjump?jump=lastslide"/>
          </p:cNvPr>
          <p:cNvSpPr/>
          <p:nvPr/>
        </p:nvSpPr>
        <p:spPr>
          <a:xfrm rot="20947134">
            <a:off x="4678535" y="3596519"/>
            <a:ext cx="559758" cy="2409307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38" name="矩形 37">
            <a:hlinkHover r:id="" action="ppaction://hlinkshowjump?jump=lastslide"/>
          </p:cNvPr>
          <p:cNvSpPr/>
          <p:nvPr/>
        </p:nvSpPr>
        <p:spPr>
          <a:xfrm rot="20947134">
            <a:off x="4005850" y="4552414"/>
            <a:ext cx="403858" cy="2792068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40" name="矩形 39">
            <a:hlinkHover r:id="" action="ppaction://hlinkshowjump?jump=lastslide"/>
          </p:cNvPr>
          <p:cNvSpPr/>
          <p:nvPr/>
        </p:nvSpPr>
        <p:spPr>
          <a:xfrm>
            <a:off x="3400080" y="2245306"/>
            <a:ext cx="949447" cy="1113491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41" name="矩形 40">
            <a:hlinkHover r:id="" action="ppaction://hlinkshowjump?jump=lastslide"/>
          </p:cNvPr>
          <p:cNvSpPr/>
          <p:nvPr/>
        </p:nvSpPr>
        <p:spPr>
          <a:xfrm>
            <a:off x="9855924" y="2281436"/>
            <a:ext cx="949447" cy="1122544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48" name="椭圆 47">
            <a:hlinkHover r:id="" action="ppaction://hlinkshowjump?jump=lastslide"/>
          </p:cNvPr>
          <p:cNvSpPr/>
          <p:nvPr/>
        </p:nvSpPr>
        <p:spPr>
          <a:xfrm>
            <a:off x="10746717" y="6145548"/>
            <a:ext cx="355780" cy="357444"/>
          </a:xfrm>
          <a:prstGeom prst="ellipse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>
            <a:hlinkHover r:id="" action="ppaction://hlinkshowjump?jump=lastslide"/>
          </p:cNvPr>
          <p:cNvSpPr/>
          <p:nvPr/>
        </p:nvSpPr>
        <p:spPr>
          <a:xfrm>
            <a:off x="110363" y="4425346"/>
            <a:ext cx="355780" cy="357444"/>
          </a:xfrm>
          <a:prstGeom prst="ellipse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椭圆 49">
            <a:hlinkHover r:id="" action="ppaction://hlinkshowjump?jump=lastslide"/>
          </p:cNvPr>
          <p:cNvSpPr/>
          <p:nvPr/>
        </p:nvSpPr>
        <p:spPr>
          <a:xfrm>
            <a:off x="145716" y="1836760"/>
            <a:ext cx="355780" cy="357444"/>
          </a:xfrm>
          <a:prstGeom prst="ellipse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椭圆 50">
            <a:hlinkHover r:id="" action="ppaction://hlinkshowjump?jump=lastslide"/>
          </p:cNvPr>
          <p:cNvSpPr/>
          <p:nvPr/>
        </p:nvSpPr>
        <p:spPr>
          <a:xfrm>
            <a:off x="10905027" y="279343"/>
            <a:ext cx="355780" cy="357444"/>
          </a:xfrm>
          <a:prstGeom prst="ellipse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/>
        </p:nvSpPr>
        <p:spPr>
          <a:xfrm>
            <a:off x="9539541" y="3380386"/>
            <a:ext cx="1533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请等八秒哦</a:t>
            </a:r>
            <a:r>
              <a:rPr lang="en-US" altLang="zh-CN" dirty="0" smtClean="0"/>
              <a:t>~</a:t>
            </a:r>
            <a:endParaRPr lang="zh-CN" altLang="en-US" dirty="0"/>
          </a:p>
        </p:txBody>
      </p:sp>
      <p:sp>
        <p:nvSpPr>
          <p:cNvPr id="53" name="椭圆 52">
            <a:hlinkHover r:id="" action="ppaction://hlinkshowjump?jump=lastslide"/>
          </p:cNvPr>
          <p:cNvSpPr/>
          <p:nvPr/>
        </p:nvSpPr>
        <p:spPr>
          <a:xfrm rot="5400000">
            <a:off x="8692915" y="-1468125"/>
            <a:ext cx="509206" cy="314632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椭圆 53">
            <a:hlinkHover r:id="" action="ppaction://hlinkshowjump?jump=lastslide"/>
          </p:cNvPr>
          <p:cNvSpPr/>
          <p:nvPr/>
        </p:nvSpPr>
        <p:spPr>
          <a:xfrm rot="5400000">
            <a:off x="8692915" y="-857514"/>
            <a:ext cx="509206" cy="314632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椭圆 54">
            <a:hlinkHover r:id="" action="ppaction://hlinkshowjump?jump=lastslide"/>
          </p:cNvPr>
          <p:cNvSpPr/>
          <p:nvPr/>
        </p:nvSpPr>
        <p:spPr>
          <a:xfrm rot="5400000">
            <a:off x="4615010" y="-2182307"/>
            <a:ext cx="509206" cy="314632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椭圆 55">
            <a:hlinkHover r:id="" action="ppaction://hlinkshowjump?jump=lastslide"/>
          </p:cNvPr>
          <p:cNvSpPr/>
          <p:nvPr/>
        </p:nvSpPr>
        <p:spPr>
          <a:xfrm rot="5400000">
            <a:off x="4613140" y="-1529655"/>
            <a:ext cx="509206" cy="314632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椭圆 56">
            <a:hlinkHover r:id="" action="ppaction://hlinkshowjump?jump=lastslide"/>
          </p:cNvPr>
          <p:cNvSpPr/>
          <p:nvPr/>
        </p:nvSpPr>
        <p:spPr>
          <a:xfrm rot="5400000">
            <a:off x="4613140" y="-857657"/>
            <a:ext cx="509206" cy="314632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椭圆 57">
            <a:hlinkHover r:id="" action="ppaction://hlinkshowjump?jump=lastslide"/>
          </p:cNvPr>
          <p:cNvSpPr/>
          <p:nvPr/>
        </p:nvSpPr>
        <p:spPr>
          <a:xfrm rot="5400000">
            <a:off x="8692915" y="-2115462"/>
            <a:ext cx="509206" cy="314632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椭圆 60">
            <a:hlinkHover r:id="" action="ppaction://hlinkshowjump?jump=lastslide"/>
          </p:cNvPr>
          <p:cNvSpPr/>
          <p:nvPr/>
        </p:nvSpPr>
        <p:spPr>
          <a:xfrm>
            <a:off x="6445801" y="1745990"/>
            <a:ext cx="509206" cy="314632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椭圆 61">
            <a:hlinkHover r:id="" action="ppaction://hlinkshowjump?jump=lastslide"/>
          </p:cNvPr>
          <p:cNvSpPr/>
          <p:nvPr/>
        </p:nvSpPr>
        <p:spPr>
          <a:xfrm>
            <a:off x="7108992" y="1753264"/>
            <a:ext cx="509206" cy="314632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hlinkHover r:id="" action="ppaction://hlinkshowjump?jump=lastslide"/>
          </p:cNvPr>
          <p:cNvSpPr/>
          <p:nvPr/>
        </p:nvSpPr>
        <p:spPr>
          <a:xfrm>
            <a:off x="4458727" y="-11851"/>
            <a:ext cx="949447" cy="945209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64" name="矩形 63">
            <a:hlinkHover r:id="" action="ppaction://hlinkshowjump?jump=lastslide"/>
          </p:cNvPr>
          <p:cNvSpPr/>
          <p:nvPr/>
        </p:nvSpPr>
        <p:spPr>
          <a:xfrm rot="5400000">
            <a:off x="4655107" y="264743"/>
            <a:ext cx="559758" cy="1376738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65" name="矩形 64">
            <a:hlinkHover r:id="" action="ppaction://hlinkshowjump?jump=lastslide"/>
          </p:cNvPr>
          <p:cNvSpPr/>
          <p:nvPr/>
        </p:nvSpPr>
        <p:spPr>
          <a:xfrm>
            <a:off x="8558233" y="-24386"/>
            <a:ext cx="949447" cy="945209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66" name="矩形 65">
            <a:hlinkHover r:id="" action="ppaction://hlinkshowjump?jump=lastslide"/>
          </p:cNvPr>
          <p:cNvSpPr/>
          <p:nvPr/>
        </p:nvSpPr>
        <p:spPr>
          <a:xfrm rot="5400000">
            <a:off x="8754613" y="252208"/>
            <a:ext cx="559758" cy="1376738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67" name="矩形 66">
            <a:hlinkHover r:id="" action="ppaction://hlinkshowjump?jump=lastslide"/>
          </p:cNvPr>
          <p:cNvSpPr/>
          <p:nvPr/>
        </p:nvSpPr>
        <p:spPr>
          <a:xfrm>
            <a:off x="6623433" y="1394315"/>
            <a:ext cx="949447" cy="945209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68" name="矩形 67">
            <a:hlinkHover r:id="" action="ppaction://hlinkshowjump?jump=lastslide"/>
          </p:cNvPr>
          <p:cNvSpPr/>
          <p:nvPr/>
        </p:nvSpPr>
        <p:spPr>
          <a:xfrm>
            <a:off x="6245556" y="1178550"/>
            <a:ext cx="559758" cy="1376738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69" name="矩形 68">
            <a:hlinkHover r:id="" action="ppaction://hlinkshowjump?jump=lastslide"/>
          </p:cNvPr>
          <p:cNvSpPr/>
          <p:nvPr/>
        </p:nvSpPr>
        <p:spPr>
          <a:xfrm>
            <a:off x="7164163" y="1184479"/>
            <a:ext cx="559758" cy="1376738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74" name="矩形 73">
            <a:hlinkHover r:id="" action="ppaction://hlinkshowjump?jump=lastslide"/>
          </p:cNvPr>
          <p:cNvSpPr/>
          <p:nvPr/>
        </p:nvSpPr>
        <p:spPr>
          <a:xfrm>
            <a:off x="-1772276" y="316578"/>
            <a:ext cx="1278764" cy="452284"/>
          </a:xfrm>
          <a:prstGeom prst="rect">
            <a:avLst/>
          </a:prstGeom>
          <a:solidFill>
            <a:srgbClr val="C0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>
            <a:hlinkHover r:id="" action="ppaction://hlinkshowjump?jump=lastslide"/>
          </p:cNvPr>
          <p:cNvSpPr/>
          <p:nvPr/>
        </p:nvSpPr>
        <p:spPr>
          <a:xfrm>
            <a:off x="-1781408" y="2682357"/>
            <a:ext cx="1278764" cy="148099"/>
          </a:xfrm>
          <a:prstGeom prst="rect">
            <a:avLst/>
          </a:prstGeom>
          <a:solidFill>
            <a:srgbClr val="C0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>
            <a:hlinkHover r:id="" action="ppaction://hlinkshowjump?jump=lastslide"/>
          </p:cNvPr>
          <p:cNvSpPr/>
          <p:nvPr/>
        </p:nvSpPr>
        <p:spPr>
          <a:xfrm>
            <a:off x="-1865473" y="5085650"/>
            <a:ext cx="1278764" cy="241586"/>
          </a:xfrm>
          <a:prstGeom prst="rect">
            <a:avLst/>
          </a:prstGeom>
          <a:solidFill>
            <a:srgbClr val="C0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 76">
            <a:hlinkHover r:id="" action="ppaction://hlinkshowjump?jump=lastslide"/>
          </p:cNvPr>
          <p:cNvSpPr/>
          <p:nvPr/>
        </p:nvSpPr>
        <p:spPr>
          <a:xfrm rot="5400000">
            <a:off x="843505" y="-1453497"/>
            <a:ext cx="1278764" cy="452284"/>
          </a:xfrm>
          <a:prstGeom prst="rect">
            <a:avLst/>
          </a:prstGeom>
          <a:solidFill>
            <a:srgbClr val="C0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椭圆 77">
            <a:hlinkHover r:id="" action="ppaction://hlinkshowjump?jump=lastslide"/>
          </p:cNvPr>
          <p:cNvSpPr/>
          <p:nvPr/>
        </p:nvSpPr>
        <p:spPr>
          <a:xfrm>
            <a:off x="46576" y="6026788"/>
            <a:ext cx="355780" cy="357444"/>
          </a:xfrm>
          <a:prstGeom prst="ellipse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文本框 78"/>
          <p:cNvSpPr txBox="1"/>
          <p:nvPr/>
        </p:nvSpPr>
        <p:spPr>
          <a:xfrm>
            <a:off x="83042" y="-52389"/>
            <a:ext cx="2685351" cy="954107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rgbClr val="7030A0"/>
                </a:solidFill>
              </a:rPr>
              <a:t>挑战关</a:t>
            </a:r>
            <a:endParaRPr lang="en-US" altLang="zh-CN" sz="3600" dirty="0" smtClean="0">
              <a:solidFill>
                <a:srgbClr val="7030A0"/>
              </a:solidFill>
            </a:endParaRPr>
          </a:p>
          <a:p>
            <a:r>
              <a:rPr lang="zh-CN" altLang="en-US" sz="2000" dirty="0" smtClean="0">
                <a:solidFill>
                  <a:schemeClr val="accent2">
                    <a:lumMod val="75000"/>
                  </a:schemeClr>
                </a:solidFill>
              </a:rPr>
              <a:t>难度：</a:t>
            </a:r>
            <a:r>
              <a:rPr lang="zh-CN" altLang="en-US" sz="2000" dirty="0" smtClean="0">
                <a:solidFill>
                  <a:srgbClr val="FF0000"/>
                </a:solidFill>
              </a:rPr>
              <a:t>上面</a:t>
            </a:r>
            <a:r>
              <a:rPr lang="en-US" altLang="zh-CN" sz="2000" dirty="0" smtClean="0">
                <a:solidFill>
                  <a:srgbClr val="FF0000"/>
                </a:solidFill>
              </a:rPr>
              <a:t>3.8 </a:t>
            </a:r>
            <a:r>
              <a:rPr lang="zh-CN" altLang="en-US" sz="2000" dirty="0" smtClean="0">
                <a:solidFill>
                  <a:srgbClr val="FF0000"/>
                </a:solidFill>
              </a:rPr>
              <a:t>下面</a:t>
            </a:r>
            <a:r>
              <a:rPr lang="en-US" altLang="zh-CN" sz="2000" dirty="0" smtClean="0">
                <a:solidFill>
                  <a:srgbClr val="FF0000"/>
                </a:solidFill>
              </a:rPr>
              <a:t>3.5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47" name="矩形 46">
            <a:hlinkHover r:id="" action="ppaction://hlinkshowjump?jump=lastslide"/>
          </p:cNvPr>
          <p:cNvSpPr/>
          <p:nvPr/>
        </p:nvSpPr>
        <p:spPr>
          <a:xfrm>
            <a:off x="13023894" y="4123234"/>
            <a:ext cx="1278764" cy="452284"/>
          </a:xfrm>
          <a:prstGeom prst="rect">
            <a:avLst/>
          </a:prstGeom>
          <a:solidFill>
            <a:srgbClr val="C0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>
            <a:hlinkHover r:id="" action="ppaction://hlinkshowjump?jump=lastslide"/>
          </p:cNvPr>
          <p:cNvSpPr/>
          <p:nvPr/>
        </p:nvSpPr>
        <p:spPr>
          <a:xfrm>
            <a:off x="13118459" y="1465644"/>
            <a:ext cx="1278764" cy="452284"/>
          </a:xfrm>
          <a:prstGeom prst="rect">
            <a:avLst/>
          </a:prstGeom>
          <a:solidFill>
            <a:srgbClr val="C0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椭圆 59">
            <a:hlinkHover r:id="" action="ppaction://hlinkshowjump?jump=lastslide"/>
          </p:cNvPr>
          <p:cNvSpPr/>
          <p:nvPr/>
        </p:nvSpPr>
        <p:spPr>
          <a:xfrm>
            <a:off x="10740931" y="267377"/>
            <a:ext cx="355780" cy="357444"/>
          </a:xfrm>
          <a:prstGeom prst="ellipse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等腰三角形 69">
            <a:hlinkHover r:id="" action="ppaction://hlinkshowjump?jump=lastslide"/>
          </p:cNvPr>
          <p:cNvSpPr/>
          <p:nvPr/>
        </p:nvSpPr>
        <p:spPr>
          <a:xfrm rot="20773179">
            <a:off x="3704646" y="4313797"/>
            <a:ext cx="451695" cy="388584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等腰三角形 70">
            <a:hlinkHover r:id="" action="ppaction://hlinkshowjump?jump=lastslide"/>
          </p:cNvPr>
          <p:cNvSpPr/>
          <p:nvPr/>
        </p:nvSpPr>
        <p:spPr>
          <a:xfrm rot="20950929">
            <a:off x="5584477" y="4151572"/>
            <a:ext cx="785526" cy="368786"/>
          </a:xfrm>
          <a:prstGeom prst="triangle">
            <a:avLst>
              <a:gd name="adj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等腰三角形 71">
            <a:hlinkHover r:id="" action="ppaction://hlinkshowjump?jump=lastslide"/>
          </p:cNvPr>
          <p:cNvSpPr/>
          <p:nvPr/>
        </p:nvSpPr>
        <p:spPr>
          <a:xfrm rot="20773179">
            <a:off x="7651150" y="4206380"/>
            <a:ext cx="221972" cy="559488"/>
          </a:xfrm>
          <a:prstGeom prst="triangle">
            <a:avLst>
              <a:gd name="adj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等腰三角形 72">
            <a:hlinkHover r:id="" action="ppaction://hlinkshowjump?jump=lastslide"/>
          </p:cNvPr>
          <p:cNvSpPr/>
          <p:nvPr/>
        </p:nvSpPr>
        <p:spPr>
          <a:xfrm rot="10800000">
            <a:off x="7886303" y="3926350"/>
            <a:ext cx="358036" cy="388500"/>
          </a:xfrm>
          <a:prstGeom prst="triangle">
            <a:avLst>
              <a:gd name="adj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等腰三角形 79">
            <a:hlinkHover r:id="" action="ppaction://hlinkshowjump?jump=lastslide"/>
          </p:cNvPr>
          <p:cNvSpPr/>
          <p:nvPr/>
        </p:nvSpPr>
        <p:spPr>
          <a:xfrm rot="21189906">
            <a:off x="9583792" y="4373698"/>
            <a:ext cx="859693" cy="241990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等腰三角形 80">
            <a:hlinkHover r:id="" action="ppaction://hlinkshowjump?jump=lastslide"/>
          </p:cNvPr>
          <p:cNvSpPr/>
          <p:nvPr/>
        </p:nvSpPr>
        <p:spPr>
          <a:xfrm rot="4798545">
            <a:off x="9106986" y="4325860"/>
            <a:ext cx="387141" cy="241990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等腰三角形 81">
            <a:hlinkHover r:id="" action="ppaction://hlinkshowjump?jump=lastslide"/>
          </p:cNvPr>
          <p:cNvSpPr/>
          <p:nvPr/>
        </p:nvSpPr>
        <p:spPr>
          <a:xfrm>
            <a:off x="4333276" y="2413589"/>
            <a:ext cx="739520" cy="948036"/>
          </a:xfrm>
          <a:prstGeom prst="triangle">
            <a:avLst>
              <a:gd name="adj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等腰三角形 82">
            <a:hlinkHover r:id="" action="ppaction://hlinkshowjump?jump=lastslide"/>
          </p:cNvPr>
          <p:cNvSpPr/>
          <p:nvPr/>
        </p:nvSpPr>
        <p:spPr>
          <a:xfrm rot="16200000">
            <a:off x="9021779" y="2515998"/>
            <a:ext cx="739520" cy="948036"/>
          </a:xfrm>
          <a:prstGeom prst="triangle">
            <a:avLst>
              <a:gd name="adj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矩形 85">
            <a:hlinkHover r:id="" action="ppaction://hlinkshowjump?jump=lastslide"/>
          </p:cNvPr>
          <p:cNvSpPr/>
          <p:nvPr/>
        </p:nvSpPr>
        <p:spPr>
          <a:xfrm>
            <a:off x="10793016" y="879421"/>
            <a:ext cx="437480" cy="2473669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87" name="矩形 86">
            <a:hlinkHover r:id="" action="ppaction://hlinkshowjump?jump=lastslide"/>
          </p:cNvPr>
          <p:cNvSpPr/>
          <p:nvPr/>
        </p:nvSpPr>
        <p:spPr>
          <a:xfrm rot="6195050">
            <a:off x="10807537" y="3305746"/>
            <a:ext cx="391195" cy="368163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2138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2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0" presetClass="path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animMotion origin="layout" path="M -3.75E-6 -7.40741E-7 L -0.00091 0.13472 L -0.00091 0.13495 " pathEditMode="relative" rAng="0" ptsTypes="AAA">
                                      <p:cBhvr>
                                        <p:cTn id="12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6736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repeatCount="indefinite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animMotion origin="layout" path="M 4.16667E-7 3.7037E-7 L 0.19284 3.7037E-7 L 0.19192 0.22777 L -0.00339 0.23101 L 4.16667E-7 3.7037E-7 Z " pathEditMode="relative" ptsTypes="AAAAA">
                                      <p:cBhvr>
                                        <p:cTn id="14" dur="5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repeatCount="indefinite" fill="hold" grpId="0" nodeType="withEffect">
                                  <p:stCondLst>
                                    <p:cond delay="8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2.08333E-6 4.44444E-6 L 0.19544 -0.00487 L 0.19453 -0.22801 L -0.0026 -0.23403 L 2.08333E-6 4.44444E-6 Z " pathEditMode="relative" ptsTypes="AAAAA">
                                      <p:cBhvr>
                                        <p:cTn id="16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26 0.53611 L 0 0 Z " pathEditMode="relative" ptsTypes="AAA">
                                      <p:cBhvr>
                                        <p:cTn id="18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26 0.53611 L 0 0 Z " pathEditMode="relative" ptsTypes="AAA">
                                      <p:cBhvr>
                                        <p:cTn id="20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26 0.53611 L 0 0 Z " pathEditMode="relative" ptsTypes="AAA">
                                      <p:cBhvr>
                                        <p:cTn id="22" dur="3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-0.09282 L 0.00456 0.52431 L 0.00013 -0.09282 Z " pathEditMode="relative" rAng="0" ptsTypes="AAA">
                                      <p:cBhvr>
                                        <p:cTn id="24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1" y="30856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-0.09283 L 0.00456 0.5243 L 0.00013 -0.09283 Z " pathEditMode="relative" rAng="0" ptsTypes="AAA">
                                      <p:cBhvr>
                                        <p:cTn id="26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1" y="30856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0.08912 L 0.00443 0.52801 L -4.375E-6 -0.08912 Z " pathEditMode="relative" rAng="0" ptsTypes="AAA">
                                      <p:cBhvr>
                                        <p:cTn id="28" dur="3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1" y="30856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3.7037E-7 L -0.24167 -0.00324 C -0.24193 -0.07361 -0.24219 -0.14398 -0.24245 -0.21412 L -0.24075 -0.00625 L -1.25E-6 -3.7037E-7 Z " pathEditMode="relative" ptsTypes="AAAAA">
                                      <p:cBhvr>
                                        <p:cTn id="30" dur="5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6.66667E-6 L 0.24596 -0.00161 C 0.24557 -0.07152 0.24531 -0.1412 0.24505 -0.21087 C 0.24531 -0.14166 0.24557 -0.07245 0.24596 -0.00324 L 6.25E-7 6.66667E-6 Z " pathEditMode="relative" ptsTypes="AAAAA">
                                      <p:cBhvr>
                                        <p:cTn id="32" dur="5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repeatCount="indefinite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1.45833E-6 4.81481E-6 L 1.22357 -0.00463 " pathEditMode="relative" rAng="0" ptsTypes="AA">
                                      <p:cBhvr>
                                        <p:cTn id="34" dur="5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172" y="-231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repeatCount="indefinite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2.08333E-7 -1.85185E-6 L 1.22357 -0.00463 " pathEditMode="relative" rAng="0" ptsTypes="AA">
                                      <p:cBhvr>
                                        <p:cTn id="36" dur="4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172" y="-231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repeatCount="indefinite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8.33333E-7 7.40741E-7 L 1.22357 -0.00463 " pathEditMode="relative" rAng="0" ptsTypes="AA">
                                      <p:cBhvr>
                                        <p:cTn id="38" dur="5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172" y="-231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repeatCount="indefinite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.00027 -0.00185 L -0.00364 1.37362 " pathEditMode="relative" rAng="0" ptsTypes="AA">
                                      <p:cBhvr>
                                        <p:cTn id="40" dur="5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5" y="68773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0" presetClass="path" presetSubtype="0" repeatCount="indefinite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0.00013 -0.00347 L -1.21718 0.00116 " pathEditMode="relative" rAng="0" ptsTypes="AA">
                                      <p:cBhvr>
                                        <p:cTn id="42" dur="6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0859" y="231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repeatCount="indefinite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0.00013 -0.00347 L -1.21719 0.00116 " pathEditMode="relative" rAng="0" ptsTypes="AA">
                                      <p:cBhvr>
                                        <p:cTn id="44" dur="7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0859" y="231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0" presetClass="path" presetSubtype="0" repeatCount="indefinite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animMotion origin="layout" path="M 0.00014 -8.14815E-6 L -0.03945 -8.14815E-6 L -0.16445 0.39814 L -0.28945 -0.00556 L -0.3707 0.07592 L -0.42278 -0.00556 L -0.44882 0.38888 L -0.53736 0.14259 L -0.58528 0.2574 L -0.61236 0.16296 L -0.57278 -8.14815E-6 L -0.64882 0.04074 L -0.69986 -0.00556 L -0.76445 0.22407 L -0.83424 -0.00186 L -0.89153 0.11666 L -0.80611 0.23148 L -0.68424 -0.00371 L -0.33216 0.38518 L -0.29674 0.33518 L -0.24466 0.39074 L -0.16028 0.14259 L -0.06966 0.26111 L 0.00014 -8.14815E-6 Z " pathEditMode="relative" ptsTypes="AAAAAAAAAAAAAAAAAAAAAAAA">
                                      <p:cBhvr>
                                        <p:cTn id="46" dur="16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" presetID="0" presetClass="path" presetSubtype="0" repeatCount="indefinite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animMotion origin="layout" path="M -2.91667E-6 3.7037E-6 L -0.03958 3.7037E-6 L -0.16458 0.39814 L -0.28945 -0.00556 L -0.3707 0.07592 L -0.42278 -0.00556 L -0.44896 0.38889 L -0.53737 0.14259 L -0.58541 0.2574 L -0.61237 0.16296 L -0.57291 3.7037E-6 L -0.64883 0.04074 L -0.69987 -0.00556 L -0.76458 0.22407 L -0.83437 -0.00186 L -0.89153 0.11666 L -0.80612 0.23148 L -0.68424 -0.00371 L -0.33229 0.38518 L -0.29674 0.33518 L -0.24466 0.39074 L -0.16028 0.14259 L -0.06979 0.26111 L -2.91667E-6 3.7037E-6 Z " pathEditMode="relative" rAng="0" ptsTypes="AAAAAAAAAAAAAAAAAAAAAAAA">
                                      <p:cBhvr>
                                        <p:cTn id="48" dur="20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4570" y="19630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0" presetClass="path" presetSubtype="0" repeatCount="indefinite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animMotion origin="layout" path="M 0 0 L 0.06146 -0.25371 L 0.08646 0.00185 L 0.15208 -0.24815 L 0.15521 0.00185 L 0.20625 -0.2463 L 0.12083 -0.00741 L 0.09583 -0.25371 L 0.04375 -0.00556 L 0 -0.2426 L 0.00104 -0.00741 L 0 0 Z " pathEditMode="relative" ptsTypes="AAAAAAAAAAAA">
                                      <p:cBhvr>
                                        <p:cTn id="50" dur="6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  <p:bldP spid="50" grpId="0" animBg="1"/>
      <p:bldP spid="51" grpId="0" animBg="1"/>
      <p:bldP spid="52" grpId="0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61" grpId="0" animBg="1"/>
      <p:bldP spid="62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47" grpId="0" animBg="1"/>
      <p:bldP spid="59" grpId="0" animBg="1"/>
      <p:bldP spid="6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22057" y="2104038"/>
            <a:ext cx="6647975" cy="2308324"/>
          </a:xfrm>
          <a:prstGeom prst="rect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zh-CN" altLang="en-US" sz="3600" dirty="0">
                <a:solidFill>
                  <a:srgbClr val="7030A0"/>
                </a:solidFill>
              </a:rPr>
              <a:t>如果您看到了</a:t>
            </a:r>
            <a:r>
              <a:rPr lang="zh-CN" altLang="en-US" sz="3600" dirty="0">
                <a:solidFill>
                  <a:srgbClr val="ED7D31"/>
                </a:solidFill>
              </a:rPr>
              <a:t>这段</a:t>
            </a:r>
            <a:r>
              <a:rPr lang="zh-CN" altLang="en-US" sz="3600" dirty="0" smtClean="0">
                <a:solidFill>
                  <a:srgbClr val="ED7D31"/>
                </a:solidFill>
              </a:rPr>
              <a:t>话</a:t>
            </a:r>
            <a:endParaRPr lang="en-US" altLang="zh-CN" sz="3600" dirty="0">
              <a:solidFill>
                <a:srgbClr val="ED7D31"/>
              </a:solidFill>
            </a:endParaRPr>
          </a:p>
          <a:p>
            <a:pPr algn="ctr"/>
            <a:r>
              <a:rPr lang="zh-CN" altLang="en-US" sz="3600" dirty="0" smtClean="0">
                <a:solidFill>
                  <a:srgbClr val="7030A0"/>
                </a:solidFill>
              </a:rPr>
              <a:t>那么</a:t>
            </a:r>
            <a:r>
              <a:rPr lang="zh-CN" altLang="en-US" sz="3600" dirty="0">
                <a:solidFill>
                  <a:srgbClr val="7030A0"/>
                </a:solidFill>
              </a:rPr>
              <a:t>，</a:t>
            </a:r>
            <a:r>
              <a:rPr lang="zh-CN" altLang="en-US" sz="3600" dirty="0" smtClean="0">
                <a:solidFill>
                  <a:srgbClr val="ED7D31"/>
                </a:solidFill>
              </a:rPr>
              <a:t>恭喜</a:t>
            </a:r>
            <a:r>
              <a:rPr lang="zh-CN" altLang="en-US" sz="3600" dirty="0" smtClean="0">
                <a:solidFill>
                  <a:srgbClr val="ED7D31"/>
                </a:solidFill>
              </a:rPr>
              <a:t>您通关</a:t>
            </a:r>
            <a:r>
              <a:rPr lang="zh-CN" altLang="en-US" sz="3600" dirty="0">
                <a:solidFill>
                  <a:srgbClr val="ED7D31"/>
                </a:solidFill>
              </a:rPr>
              <a:t>了最难</a:t>
            </a:r>
            <a:r>
              <a:rPr lang="zh-CN" altLang="en-US" sz="3600" dirty="0" smtClean="0">
                <a:solidFill>
                  <a:srgbClr val="ED7D31"/>
                </a:solidFill>
              </a:rPr>
              <a:t>关卡！</a:t>
            </a:r>
            <a:endParaRPr lang="en-US" altLang="zh-CN" sz="3600" dirty="0" smtClean="0">
              <a:solidFill>
                <a:srgbClr val="ED7D31"/>
              </a:solidFill>
            </a:endParaRPr>
          </a:p>
          <a:p>
            <a:pPr algn="ctr"/>
            <a:r>
              <a:rPr lang="zh-CN" altLang="en-US" sz="3600" dirty="0" smtClean="0">
                <a:solidFill>
                  <a:srgbClr val="7030A0"/>
                </a:solidFill>
              </a:rPr>
              <a:t>感谢您的</a:t>
            </a:r>
            <a:r>
              <a:rPr lang="zh-CN" altLang="en-US" sz="3600" dirty="0" smtClean="0">
                <a:solidFill>
                  <a:srgbClr val="ED7D31"/>
                </a:solidFill>
              </a:rPr>
              <a:t>支持</a:t>
            </a:r>
            <a:r>
              <a:rPr lang="zh-CN" altLang="en-US" sz="3600" dirty="0" smtClean="0">
                <a:solidFill>
                  <a:srgbClr val="7030A0"/>
                </a:solidFill>
              </a:rPr>
              <a:t>与</a:t>
            </a:r>
            <a:r>
              <a:rPr lang="zh-CN" altLang="en-US" sz="3600" dirty="0" smtClean="0">
                <a:solidFill>
                  <a:srgbClr val="ED7D31"/>
                </a:solidFill>
              </a:rPr>
              <a:t>鼓</a:t>
            </a:r>
            <a:r>
              <a:rPr lang="zh-CN" altLang="en-US" sz="3600" dirty="0" smtClean="0">
                <a:solidFill>
                  <a:srgbClr val="ED7D31"/>
                </a:solidFill>
              </a:rPr>
              <a:t>力</a:t>
            </a:r>
            <a:r>
              <a:rPr lang="zh-CN" altLang="en-US" sz="3600" dirty="0" smtClean="0">
                <a:solidFill>
                  <a:srgbClr val="7030A0"/>
                </a:solidFill>
              </a:rPr>
              <a:t>！</a:t>
            </a:r>
            <a:endParaRPr lang="en-US" altLang="zh-CN" sz="3600" dirty="0">
              <a:solidFill>
                <a:srgbClr val="7030A0"/>
              </a:solidFill>
            </a:endParaRPr>
          </a:p>
          <a:p>
            <a:pPr algn="ctr"/>
            <a:r>
              <a:rPr lang="zh-CN" altLang="en-US" sz="3600" dirty="0">
                <a:solidFill>
                  <a:srgbClr val="7030A0"/>
                </a:solidFill>
              </a:rPr>
              <a:t>谢谢</a:t>
            </a:r>
            <a:r>
              <a:rPr lang="zh-CN" altLang="en-US" sz="3600" dirty="0" smtClean="0">
                <a:solidFill>
                  <a:srgbClr val="ED7D31"/>
                </a:solidFill>
              </a:rPr>
              <a:t>您的游玩</a:t>
            </a:r>
            <a:r>
              <a:rPr lang="zh-CN" altLang="en-US" sz="3600" dirty="0" smtClean="0">
                <a:solidFill>
                  <a:srgbClr val="7030A0"/>
                </a:solidFill>
              </a:rPr>
              <a:t>！！！</a:t>
            </a:r>
            <a:endParaRPr lang="en-US" altLang="zh-CN" sz="3600" dirty="0" smtClean="0">
              <a:solidFill>
                <a:srgbClr val="7030A0"/>
              </a:solidFill>
            </a:endParaRPr>
          </a:p>
        </p:txBody>
      </p:sp>
      <p:sp>
        <p:nvSpPr>
          <p:cNvPr id="3" name="文本框 2">
            <a:hlinkClick r:id="rId2" action="ppaction://hlinksldjump"/>
          </p:cNvPr>
          <p:cNvSpPr txBox="1"/>
          <p:nvPr/>
        </p:nvSpPr>
        <p:spPr>
          <a:xfrm>
            <a:off x="557469" y="5760643"/>
            <a:ext cx="2031325" cy="646331"/>
          </a:xfrm>
          <a:prstGeom prst="rect">
            <a:avLst/>
          </a:prstGeom>
          <a:ln w="381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rgbClr val="7030A0"/>
                </a:solidFill>
              </a:rPr>
              <a:t>返回界面</a:t>
            </a:r>
            <a:endParaRPr lang="zh-CN" altLang="en-US" sz="3600" dirty="0">
              <a:solidFill>
                <a:srgbClr val="7030A0"/>
              </a:solidFill>
            </a:endParaRPr>
          </a:p>
        </p:txBody>
      </p:sp>
      <p:sp>
        <p:nvSpPr>
          <p:cNvPr id="4" name="文本框 3">
            <a:hlinkClick r:id="rId3" action="ppaction://hlinksldjump"/>
          </p:cNvPr>
          <p:cNvSpPr txBox="1"/>
          <p:nvPr/>
        </p:nvSpPr>
        <p:spPr>
          <a:xfrm>
            <a:off x="11438935" y="2218764"/>
            <a:ext cx="694000" cy="2308324"/>
          </a:xfrm>
          <a:prstGeom prst="rect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rgbClr val="00B050"/>
                </a:solidFill>
              </a:rPr>
              <a:t>再玩一遍</a:t>
            </a:r>
            <a:endParaRPr lang="zh-CN" altLang="en-US" sz="3600" dirty="0">
              <a:solidFill>
                <a:srgbClr val="00B05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047852" y="281591"/>
            <a:ext cx="591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/>
              <a:t>加油！</a:t>
            </a:r>
            <a:endParaRPr lang="zh-CN" altLang="en-US" sz="2800" dirty="0"/>
          </a:p>
        </p:txBody>
      </p:sp>
      <p:sp>
        <p:nvSpPr>
          <p:cNvPr id="8" name="文本框 7"/>
          <p:cNvSpPr txBox="1"/>
          <p:nvPr/>
        </p:nvSpPr>
        <p:spPr>
          <a:xfrm>
            <a:off x="1555223" y="977371"/>
            <a:ext cx="94108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/>
              <a:t>生活就像海洋，只有意志坚定的人才能到达彼岸</a:t>
            </a:r>
            <a:endParaRPr lang="en-US" altLang="zh-CN" sz="2800" dirty="0" smtClean="0"/>
          </a:p>
          <a:p>
            <a:r>
              <a:rPr lang="en-US" altLang="zh-CN" sz="2800" dirty="0" smtClean="0"/>
              <a:t>This is an apple ,I like eat apples ,apples are good for our health</a:t>
            </a:r>
            <a:endParaRPr lang="zh-CN" altLang="en-US" sz="2800" dirty="0"/>
          </a:p>
        </p:txBody>
      </p:sp>
      <p:sp>
        <p:nvSpPr>
          <p:cNvPr id="9" name="椭圆 8"/>
          <p:cNvSpPr/>
          <p:nvPr/>
        </p:nvSpPr>
        <p:spPr>
          <a:xfrm>
            <a:off x="4990394" y="4946439"/>
            <a:ext cx="355780" cy="357444"/>
          </a:xfrm>
          <a:prstGeom prst="ellipse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5133344" y="4865198"/>
            <a:ext cx="1278764" cy="452284"/>
          </a:xfrm>
          <a:prstGeom prst="rect">
            <a:avLst/>
          </a:prstGeom>
          <a:solidFill>
            <a:srgbClr val="C0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6184424" y="4954508"/>
            <a:ext cx="509206" cy="314632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等腰三角形 11"/>
          <p:cNvSpPr/>
          <p:nvPr/>
        </p:nvSpPr>
        <p:spPr>
          <a:xfrm>
            <a:off x="6439027" y="4800053"/>
            <a:ext cx="676993" cy="469087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十字形 12"/>
          <p:cNvSpPr/>
          <p:nvPr/>
        </p:nvSpPr>
        <p:spPr>
          <a:xfrm>
            <a:off x="6809768" y="4548532"/>
            <a:ext cx="1222744" cy="1212111"/>
          </a:xfrm>
          <a:prstGeom prst="plus">
            <a:avLst>
              <a:gd name="adj" fmla="val 40172"/>
            </a:avLst>
          </a:prstGeom>
          <a:solidFill>
            <a:srgbClr val="92D05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 rot="18811015">
            <a:off x="246262" y="6271024"/>
            <a:ext cx="420685" cy="411010"/>
          </a:xfrm>
          <a:prstGeom prst="rect">
            <a:avLst/>
          </a:prstGeom>
          <a:noFill/>
          <a:ln w="57150">
            <a:solidFill>
              <a:srgbClr val="92D050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253568" y="6263630"/>
            <a:ext cx="406074" cy="425798"/>
          </a:xfrm>
          <a:prstGeom prst="rect">
            <a:avLst/>
          </a:prstGeom>
          <a:noFill/>
          <a:ln w="57150">
            <a:solidFill>
              <a:srgbClr val="92D050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6" name="文本框 15">
            <a:hlinkClick r:id="" action="ppaction://hlinkshowjump?jump=endshow"/>
          </p:cNvPr>
          <p:cNvSpPr txBox="1"/>
          <p:nvPr/>
        </p:nvSpPr>
        <p:spPr>
          <a:xfrm>
            <a:off x="10306794" y="6210809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退出游戏</a:t>
            </a:r>
          </a:p>
        </p:txBody>
      </p:sp>
      <p:sp>
        <p:nvSpPr>
          <p:cNvPr id="17" name="椭圆 16"/>
          <p:cNvSpPr/>
          <p:nvPr/>
        </p:nvSpPr>
        <p:spPr>
          <a:xfrm>
            <a:off x="1989692" y="4924995"/>
            <a:ext cx="355780" cy="357444"/>
          </a:xfrm>
          <a:prstGeom prst="ellipse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2132642" y="4843754"/>
            <a:ext cx="1278764" cy="452284"/>
          </a:xfrm>
          <a:prstGeom prst="rect">
            <a:avLst/>
          </a:prstGeom>
          <a:solidFill>
            <a:srgbClr val="C0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3183722" y="4933064"/>
            <a:ext cx="509206" cy="314632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等腰三角形 19"/>
          <p:cNvSpPr/>
          <p:nvPr/>
        </p:nvSpPr>
        <p:spPr>
          <a:xfrm>
            <a:off x="3438325" y="4778609"/>
            <a:ext cx="676993" cy="469087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十字形 20"/>
          <p:cNvSpPr/>
          <p:nvPr/>
        </p:nvSpPr>
        <p:spPr>
          <a:xfrm>
            <a:off x="3809066" y="4527088"/>
            <a:ext cx="1222744" cy="1212111"/>
          </a:xfrm>
          <a:prstGeom prst="plus">
            <a:avLst>
              <a:gd name="adj" fmla="val 40172"/>
            </a:avLst>
          </a:prstGeom>
          <a:solidFill>
            <a:srgbClr val="92D05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7991096" y="5000575"/>
            <a:ext cx="355780" cy="357444"/>
          </a:xfrm>
          <a:prstGeom prst="ellipse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8134046" y="4919334"/>
            <a:ext cx="1278764" cy="452284"/>
          </a:xfrm>
          <a:prstGeom prst="rect">
            <a:avLst/>
          </a:prstGeom>
          <a:solidFill>
            <a:srgbClr val="C0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9185126" y="5008644"/>
            <a:ext cx="509206" cy="314632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等腰三角形 24"/>
          <p:cNvSpPr/>
          <p:nvPr/>
        </p:nvSpPr>
        <p:spPr>
          <a:xfrm>
            <a:off x="9439729" y="4854189"/>
            <a:ext cx="676993" cy="469087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十字形 25"/>
          <p:cNvSpPr/>
          <p:nvPr/>
        </p:nvSpPr>
        <p:spPr>
          <a:xfrm>
            <a:off x="9810470" y="4602668"/>
            <a:ext cx="1222744" cy="1212111"/>
          </a:xfrm>
          <a:prstGeom prst="plus">
            <a:avLst>
              <a:gd name="adj" fmla="val 40172"/>
            </a:avLst>
          </a:prstGeom>
          <a:solidFill>
            <a:srgbClr val="92D05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943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50000" decel="42500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6.25E-7 2.22222E-6 L -0.00169 -0.1581 L 0.00091 0.14884 L -0.00091 -0.01088 " pathEditMode="relative" rAng="0" ptsTypes="AAAA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00" y="-4630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accel="50000" decel="425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1.66667E-6 -2.22222E-6 L -0.00169 -0.1581 L 0.00091 0.14884 L -0.00091 -0.01088 " pathEditMode="relative" rAng="0" ptsTypes="AAAA"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00" y="-4630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repeatCount="indefinite" accel="50000" decel="425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5E-6 -3.7037E-7 L -0.0017 -0.1581 L 0.00092 0.14884 L -0.00091 -0.01088 " pathEditMode="relative" rAng="0" ptsTypes="AAAA">
                                      <p:cBhvr>
                                        <p:cTn id="1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00" y="-4630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repeatCount="indefinite" accel="50000" decel="425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2.5E-6 -1.11111E-6 L -0.0017 -0.1581 L 0.00091 0.14884 L -0.00091 -0.01088 " pathEditMode="relative" rAng="0" ptsTypes="AAAA">
                                      <p:cBhvr>
                                        <p:cTn id="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00" y="-4630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repeatCount="indefinite" accel="50000" decel="42500" fill="hold" grpId="0" nodeType="withEffect">
                                  <p:stCondLst>
                                    <p:cond delay="4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3.95833E-6 -3.7037E-7 L -0.00169 -0.1581 L 0.00092 0.14884 L -0.00091 -0.01088 " pathEditMode="relative" rAng="0" ptsTypes="AAAA">
                                      <p:cBhvr>
                                        <p:cTn id="1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00" y="-4630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repeatCount="indefinite" fill="hold" grpId="0" nodeType="withEffect">
                                  <p:stCondLst>
                                    <p:cond delay="18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C -0.00039 -0.30069 -0.00078 -0.60139 -0.00117 -0.90185 L 0.44792 -0.9037 L -0.00222 -0.9037 L 0.93229 -0.90741 L 0.93633 -0.42593 L 0.93021 -0.90555 L 0.44271 -0.9037 L 0.92396 -0.90555 L 0.94271 0.02037 L 0.00208 0.01852 L 0.45729 0.01482 L 0.45729 0.2 L -0.11042 0.18866 L -0.10521 -0.39074 L 0.00104 -0.39468 C 0.00065 -0.6125 0.00026 -0.83032 0 -1.04815 L 0.44792 -1.04074 L 0.45 -0.90185 L 1.01875 -0.90741 L 1.01875 -1.02963 L 0.44583 -1.03704 L 0.45417 -0.8963 L -0.00729 -0.9 L -0.00117 0.01667 L 0.93958 0.02222 L 0.92812 -0.90926 L -0.00313 -0.90185 L 0 0 Z " pathEditMode="relative" ptsTypes="AAAAAAAAAAAAAAAAAAAAAAAAAAAAA">
                                      <p:cBhvr>
                                        <p:cTn id="16" dur="59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repeatCount="indefinite" fill="hold" grpId="0" nodeType="withEffect">
                                  <p:stCondLst>
                                    <p:cond delay="18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C -0.00039 -0.30069 -0.00078 -0.60139 -0.00117 -0.90185 L 0.44792 -0.9037 L -0.00222 -0.9037 L 0.93229 -0.90741 L 0.93633 -0.42593 L 0.93021 -0.90555 L 0.44271 -0.9037 L 0.92396 -0.90555 L 0.94271 0.02037 L 0.00208 0.01852 L 0.45729 0.01482 L 0.45729 0.2 L -0.11042 0.18866 L -0.10521 -0.39074 L 0.00104 -0.39468 C 0.00065 -0.6125 0.00026 -0.83032 0 -1.04815 L 0.44792 -1.04074 L 0.45 -0.90185 L 1.01875 -0.90741 L 1.01875 -1.02963 L 0.44583 -1.03704 L 0.45417 -0.8963 L -0.00729 -0.9 L -0.00117 0.01667 L 0.93958 0.02222 L 0.92812 -0.90926 L -0.00313 -0.90185 L 0 0 Z " pathEditMode="relative" ptsTypes="AAAAAAAAAAAAAAAAAAAAAAAAAAAAA">
                                      <p:cBhvr>
                                        <p:cTn id="18" dur="59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repeatCount="indefinite" accel="50000" decel="42500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4.375E-6 1.48148E-6 L -0.0017 -0.1581 L 0.00091 0.14884 L -0.00092 -0.01088 " pathEditMode="relative" rAng="0" ptsTypes="AAAA">
                                      <p:cBhvr>
                                        <p:cTn id="2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00" y="-46300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repeatCount="indefinite" accel="50000" decel="425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4.375E-6 -2.96296E-6 L -0.00169 -0.1581 L 0.00092 0.14885 L -0.00091 -0.01088 " pathEditMode="relative" rAng="0" ptsTypes="AAAA">
                                      <p:cBhvr>
                                        <p:cTn id="2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00" y="-4630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repeatCount="indefinite" accel="50000" decel="425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1.04167E-6 3.7037E-7 L -0.00169 -0.1581 L 0.00091 0.14884 L -0.00091 -0.01088 " pathEditMode="relative" rAng="0" ptsTypes="AAAA">
                                      <p:cBhvr>
                                        <p:cTn id="24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00" y="-4630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repeatCount="indefinite" accel="50000" decel="425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3.75E-6 -3.7037E-7 L -0.00169 -0.1581 L 0.00092 0.14884 L -0.00091 -0.01088 " pathEditMode="relative" rAng="0" ptsTypes="AAAA">
                                      <p:cBhvr>
                                        <p:cTn id="2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00" y="-46300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repeatCount="indefinite" accel="50000" decel="42500" fill="hold" grpId="0" nodeType="withEffect">
                                  <p:stCondLst>
                                    <p:cond delay="4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5.55112E-17 3.7037E-7 L -0.00169 -0.1581 L 0.00091 0.14884 L -0.00091 -0.01088 " pathEditMode="relative" rAng="0" ptsTypes="AAAA">
                                      <p:cBhvr>
                                        <p:cTn id="2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00" y="-4630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repeatCount="indefinite" accel="50000" decel="42500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3.125E-6 1.85185E-6 L -0.00169 -0.1581 L 0.00091 0.14884 L -0.00091 -0.01088 " pathEditMode="relative" rAng="0" ptsTypes="AAAA">
                                      <p:cBhvr>
                                        <p:cTn id="30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00" y="-4630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repeatCount="indefinite" accel="50000" decel="425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2.08333E-6 -2.59259E-6 L -0.00169 -0.1581 L 0.00091 0.14885 L -0.00091 -0.01088 " pathEditMode="relative" rAng="0" ptsTypes="AAAA">
                                      <p:cBhvr>
                                        <p:cTn id="32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00" y="-4630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repeatCount="indefinite" accel="50000" decel="425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1.25E-6 -7.40741E-7 L -0.00169 -0.1581 L 0.00091 0.14884 L -0.00091 -0.01088 " pathEditMode="relative" rAng="0" ptsTypes="AAAA">
                                      <p:cBhvr>
                                        <p:cTn id="3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00" y="-4630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repeatCount="indefinite" accel="50000" decel="425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1.25E-6 -1.48148E-6 L -0.00169 -0.1581 L 0.00091 0.14884 L -0.00091 -0.01088 " pathEditMode="relative" rAng="0" ptsTypes="AAAA">
                                      <p:cBhvr>
                                        <p:cTn id="36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00" y="-4630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repeatCount="indefinite" accel="50000" decel="42500" fill="hold" grpId="0" nodeType="withEffect">
                                  <p:stCondLst>
                                    <p:cond delay="4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2.29167E-6 -7.40741E-7 L -0.00169 -0.1581 L 0.00091 0.14884 L -0.00091 -0.01088 " pathEditMode="relative" rAng="0" ptsTypes="AAAA">
                                      <p:cBhvr>
                                        <p:cTn id="38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00" y="-463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327992" y="2222205"/>
            <a:ext cx="5018567" cy="18819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欢迎来到制作者名单。</a:t>
            </a:r>
            <a:endParaRPr lang="en-US" altLang="zh-CN" dirty="0" smtClean="0"/>
          </a:p>
          <a:p>
            <a:pPr algn="ctr"/>
            <a:endParaRPr lang="en-US" altLang="zh-CN" dirty="0" smtClean="0"/>
          </a:p>
          <a:p>
            <a:pPr algn="ctr"/>
            <a:r>
              <a:rPr lang="zh-CN" altLang="en-US" dirty="0" smtClean="0"/>
              <a:t>制作者从不是我，而是在玩游戏的每一位玩家。</a:t>
            </a:r>
            <a:endParaRPr lang="en-US" altLang="zh-CN" dirty="0" smtClean="0"/>
          </a:p>
          <a:p>
            <a:pPr algn="ctr"/>
            <a:r>
              <a:rPr lang="zh-CN" altLang="en-US" dirty="0" smtClean="0"/>
              <a:t>无人玩的游戏有什么意义呢？</a:t>
            </a:r>
            <a:endParaRPr lang="en-US" altLang="zh-CN" dirty="0" smtClean="0"/>
          </a:p>
          <a:p>
            <a:pPr algn="ctr"/>
            <a:r>
              <a:rPr lang="zh-CN" altLang="en-US" dirty="0" smtClean="0"/>
              <a:t>所以是你们共同制作出了这个游戏。</a:t>
            </a:r>
            <a:endParaRPr lang="en-US" altLang="zh-CN" dirty="0" smtClean="0"/>
          </a:p>
          <a:p>
            <a:pPr algn="ctr"/>
            <a:r>
              <a:rPr lang="zh-CN" altLang="en-US" dirty="0"/>
              <a:t>感谢</a:t>
            </a:r>
            <a:r>
              <a:rPr lang="zh-CN" altLang="en-US" dirty="0" smtClean="0"/>
              <a:t>各位。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16925" y="7169296"/>
            <a:ext cx="5124893" cy="1127051"/>
          </a:xfrm>
          <a:prstGeom prst="rect">
            <a:avLst/>
          </a:prstGeom>
          <a:ln>
            <a:solidFill>
              <a:srgbClr val="5B9BD5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制作者：世间万物</a:t>
            </a:r>
            <a:endParaRPr lang="en-US" altLang="zh-CN" dirty="0" smtClean="0"/>
          </a:p>
          <a:p>
            <a:pPr algn="ctr"/>
            <a:r>
              <a:rPr lang="zh-CN" altLang="en-US" dirty="0"/>
              <a:t>传承</a:t>
            </a:r>
            <a:r>
              <a:rPr lang="zh-CN" altLang="en-US" dirty="0" smtClean="0"/>
              <a:t>者：我们</a:t>
            </a:r>
            <a:endParaRPr lang="en-US" altLang="zh-CN" dirty="0" smtClean="0"/>
          </a:p>
          <a:p>
            <a:pPr algn="ctr"/>
            <a:r>
              <a:rPr lang="zh-CN" altLang="en-US" dirty="0"/>
              <a:t>制作时</a:t>
            </a:r>
            <a:r>
              <a:rPr lang="zh-CN" altLang="en-US" dirty="0" smtClean="0"/>
              <a:t>长：</a:t>
            </a:r>
            <a:r>
              <a:rPr lang="en-US" altLang="zh-CN" dirty="0" smtClean="0"/>
              <a:t>6</a:t>
            </a:r>
            <a:r>
              <a:rPr lang="zh-CN" altLang="en-US" dirty="0" smtClean="0"/>
              <a:t>小时左右</a:t>
            </a:r>
            <a:endParaRPr lang="en-US" altLang="zh-CN" dirty="0" smtClean="0"/>
          </a:p>
        </p:txBody>
      </p:sp>
      <p:sp>
        <p:nvSpPr>
          <p:cNvPr id="4" name="矩形 3">
            <a:hlinkHover r:id="rId2" action="ppaction://hlinksldjump"/>
          </p:cNvPr>
          <p:cNvSpPr/>
          <p:nvPr/>
        </p:nvSpPr>
        <p:spPr>
          <a:xfrm>
            <a:off x="13003841" y="-19273789"/>
            <a:ext cx="559759" cy="45654684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5550196" y="8516680"/>
            <a:ext cx="6560288" cy="2243469"/>
          </a:xfrm>
          <a:prstGeom prst="rect">
            <a:avLst/>
          </a:prstGeom>
          <a:ln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感谢游玩，感谢你们，感谢自己，感谢</a:t>
            </a:r>
            <a:r>
              <a:rPr lang="en-US" altLang="zh-CN" dirty="0" smtClean="0"/>
              <a:t>PPT</a:t>
            </a:r>
            <a:r>
              <a:rPr lang="zh-CN" altLang="en-US" dirty="0" smtClean="0"/>
              <a:t>，感谢父母，感谢老师，感谢同学，感谢电脑，感谢电力，感谢手指，感谢手机，感谢时间，感谢感谢，感谢羽毛球，感谢水杯，感谢雷碧，感谢乌龟，感谢试卷，感谢笔袋，感谢眼镜，感谢数学书，感谢垃圾，感谢眼睛，感谢凑字数，感谢动画，感谢插入，感谢格式，感谢动作，感谢鼠标悬停，感谢微信，感谢截图，感谢你们，感谢太阳，感谢瓶盖，感谢多肉，感谢您的观看与耐心！</a:t>
            </a:r>
            <a:endParaRPr lang="zh-CN" altLang="en-US" dirty="0"/>
          </a:p>
        </p:txBody>
      </p:sp>
      <p:sp>
        <p:nvSpPr>
          <p:cNvPr id="6" name="椭圆 5"/>
          <p:cNvSpPr/>
          <p:nvPr/>
        </p:nvSpPr>
        <p:spPr>
          <a:xfrm>
            <a:off x="382772" y="10959855"/>
            <a:ext cx="7751135" cy="2913321"/>
          </a:xfrm>
          <a:prstGeom prst="ellipse">
            <a:avLst/>
          </a:prstGeom>
          <a:solidFill>
            <a:schemeClr val="accent2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966484" y="11113831"/>
            <a:ext cx="1892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出场人员，道具</a:t>
            </a:r>
            <a:endParaRPr lang="zh-CN" altLang="en-US" dirty="0"/>
          </a:p>
        </p:txBody>
      </p:sp>
      <p:sp>
        <p:nvSpPr>
          <p:cNvPr id="8" name="椭圆 7"/>
          <p:cNvSpPr/>
          <p:nvPr/>
        </p:nvSpPr>
        <p:spPr>
          <a:xfrm>
            <a:off x="3825556" y="12239995"/>
            <a:ext cx="355780" cy="357444"/>
          </a:xfrm>
          <a:prstGeom prst="ellipse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195955" y="12353147"/>
            <a:ext cx="659321" cy="242090"/>
          </a:xfrm>
          <a:prstGeom prst="rect">
            <a:avLst/>
          </a:prstGeom>
          <a:solidFill>
            <a:srgbClr val="C0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4440733" y="12239995"/>
            <a:ext cx="569876" cy="357444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/>
        </p:nvSpPr>
        <p:spPr>
          <a:xfrm>
            <a:off x="2810937" y="12118604"/>
            <a:ext cx="676993" cy="469087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十字形 11"/>
          <p:cNvSpPr/>
          <p:nvPr/>
        </p:nvSpPr>
        <p:spPr>
          <a:xfrm>
            <a:off x="6167785" y="12059627"/>
            <a:ext cx="772016" cy="763371"/>
          </a:xfrm>
          <a:prstGeom prst="plus">
            <a:avLst>
              <a:gd name="adj" fmla="val 40172"/>
            </a:avLst>
          </a:prstGeom>
          <a:solidFill>
            <a:srgbClr val="92D05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 rot="18811015">
            <a:off x="1827215" y="12083206"/>
            <a:ext cx="533400" cy="539885"/>
          </a:xfrm>
          <a:prstGeom prst="rect">
            <a:avLst/>
          </a:prstGeom>
          <a:noFill/>
          <a:ln w="76200">
            <a:solidFill>
              <a:srgbClr val="92D050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827215" y="12083205"/>
            <a:ext cx="533400" cy="539885"/>
          </a:xfrm>
          <a:prstGeom prst="rect">
            <a:avLst/>
          </a:prstGeom>
          <a:noFill/>
          <a:ln w="76200">
            <a:solidFill>
              <a:srgbClr val="92D050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圆角矩形 14"/>
          <p:cNvSpPr/>
          <p:nvPr/>
        </p:nvSpPr>
        <p:spPr>
          <a:xfrm>
            <a:off x="4138682" y="13988529"/>
            <a:ext cx="7695298" cy="2936671"/>
          </a:xfrm>
          <a:prstGeom prst="roundRect">
            <a:avLst/>
          </a:prstGeom>
          <a:solidFill>
            <a:srgbClr val="7030A0"/>
          </a:solidFill>
          <a:ln>
            <a:solidFill>
              <a:srgbClr val="FFCD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如有</a:t>
            </a:r>
            <a:r>
              <a:rPr lang="en-US" altLang="zh-CN" dirty="0" smtClean="0"/>
              <a:t>BUG</a:t>
            </a:r>
            <a:r>
              <a:rPr lang="zh-CN" altLang="en-US" dirty="0" smtClean="0"/>
              <a:t>请及时声明。</a:t>
            </a:r>
            <a:endParaRPr lang="en-US" altLang="zh-CN" dirty="0" smtClean="0"/>
          </a:p>
          <a:p>
            <a:pPr algn="ctr"/>
            <a:r>
              <a:rPr lang="zh-CN" altLang="en-US" dirty="0" smtClean="0"/>
              <a:t>更新报告：</a:t>
            </a:r>
            <a:endParaRPr lang="en-US" altLang="zh-CN" dirty="0" smtClean="0"/>
          </a:p>
          <a:p>
            <a:pPr algn="ctr"/>
            <a:r>
              <a:rPr lang="en-US" altLang="zh-CN" dirty="0" smtClean="0"/>
              <a:t>1.0</a:t>
            </a:r>
            <a:r>
              <a:rPr lang="zh-CN" altLang="en-US" dirty="0" smtClean="0"/>
              <a:t>版本：只有新手教程与</a:t>
            </a:r>
            <a:r>
              <a:rPr lang="en-US" altLang="zh-CN" dirty="0" smtClean="0"/>
              <a:t>Easy</a:t>
            </a:r>
          </a:p>
          <a:p>
            <a:pPr algn="ctr"/>
            <a:r>
              <a:rPr lang="en-US" altLang="zh-CN" dirty="0" smtClean="0"/>
              <a:t>1.1</a:t>
            </a:r>
            <a:r>
              <a:rPr lang="zh-CN" altLang="en-US" dirty="0" smtClean="0"/>
              <a:t>版本：新加</a:t>
            </a:r>
            <a:r>
              <a:rPr lang="en-US" altLang="zh-CN" dirty="0" smtClean="0"/>
              <a:t>Normal</a:t>
            </a:r>
            <a:r>
              <a:rPr lang="zh-CN" altLang="en-US" dirty="0" smtClean="0"/>
              <a:t>难度</a:t>
            </a:r>
            <a:endParaRPr lang="en-US" altLang="zh-CN" dirty="0" smtClean="0"/>
          </a:p>
          <a:p>
            <a:pPr algn="ctr"/>
            <a:r>
              <a:rPr lang="en-US" altLang="zh-CN" dirty="0" smtClean="0"/>
              <a:t>1.2</a:t>
            </a:r>
            <a:r>
              <a:rPr lang="zh-CN" altLang="en-US" dirty="0" smtClean="0"/>
              <a:t>版本：基本完善了所有功能</a:t>
            </a:r>
            <a:endParaRPr lang="en-US" altLang="zh-CN" dirty="0" smtClean="0"/>
          </a:p>
          <a:p>
            <a:pPr algn="ctr"/>
            <a:r>
              <a:rPr lang="en-US" altLang="zh-CN" dirty="0" smtClean="0"/>
              <a:t>1.3</a:t>
            </a:r>
            <a:r>
              <a:rPr lang="zh-CN" altLang="en-US" dirty="0" smtClean="0"/>
              <a:t>版本：修改了一些</a:t>
            </a:r>
            <a:r>
              <a:rPr lang="en-US" altLang="zh-CN" dirty="0" smtClean="0"/>
              <a:t>BUG</a:t>
            </a:r>
            <a:r>
              <a:rPr lang="zh-CN" altLang="en-US" dirty="0" smtClean="0"/>
              <a:t>，增加制作者</a:t>
            </a:r>
            <a:r>
              <a:rPr lang="zh-CN" altLang="en-US" dirty="0" smtClean="0"/>
              <a:t>名单</a:t>
            </a:r>
            <a:endParaRPr lang="en-US" altLang="zh-CN" dirty="0" smtClean="0"/>
          </a:p>
          <a:p>
            <a:pPr algn="ctr"/>
            <a:r>
              <a:rPr lang="en-US" altLang="zh-CN" dirty="0" smtClean="0"/>
              <a:t>1.4</a:t>
            </a:r>
            <a:r>
              <a:rPr lang="zh-CN" altLang="en-US" dirty="0" smtClean="0"/>
              <a:t>版本：新增了图签，改进了新手教程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3487930" y="19231911"/>
            <a:ext cx="5018567" cy="1881963"/>
          </a:xfrm>
          <a:prstGeom prst="rect">
            <a:avLst/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dirty="0" smtClean="0"/>
              <a:t>谢谢你们的游玩，我们下次再见！</a:t>
            </a:r>
            <a:endParaRPr lang="zh-CN" altLang="en-US" sz="4400" dirty="0"/>
          </a:p>
        </p:txBody>
      </p:sp>
      <p:sp>
        <p:nvSpPr>
          <p:cNvPr id="17" name="椭圆 16">
            <a:hlinkClick r:id="rId3" action="ppaction://hlinksldjump"/>
          </p:cNvPr>
          <p:cNvSpPr/>
          <p:nvPr/>
        </p:nvSpPr>
        <p:spPr>
          <a:xfrm>
            <a:off x="4761139" y="5812479"/>
            <a:ext cx="2192593" cy="7326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回家🏠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0360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2136 -2.51435 " pathEditMode="relative" ptsTypes="AA">
                                      <p:cBhvr>
                                        <p:cTn id="6" dur="3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2136 -2.51435 " pathEditMode="relative" ptsTypes="AA">
                                      <p:cBhvr>
                                        <p:cTn id="8" dur="3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2136 -2.51435 " pathEditMode="relative" ptsTypes="AA">
                                      <p:cBhvr>
                                        <p:cTn id="10" dur="3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2136 -2.51435 " pathEditMode="relative" ptsTypes="AA">
                                      <p:cBhvr>
                                        <p:cTn id="12" dur="3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2136 -2.51435 " pathEditMode="relative" ptsTypes="AA">
                                      <p:cBhvr>
                                        <p:cTn id="14" dur="3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2136 -2.51435 " pathEditMode="relative" ptsTypes="AA">
                                      <p:cBhvr>
                                        <p:cTn id="16" dur="3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2136 -2.51435 " pathEditMode="relative" ptsTypes="AA">
                                      <p:cBhvr>
                                        <p:cTn id="18" dur="3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2136 -2.51435 " pathEditMode="relative" ptsTypes="AA">
                                      <p:cBhvr>
                                        <p:cTn id="20" dur="3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3.7037E-6 L -0.02136 -2.51436 " pathEditMode="relative" rAng="0" ptsTypes="AA">
                                      <p:cBhvr>
                                        <p:cTn id="22" dur="3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68" y="-125718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2136 -2.51435 " pathEditMode="relative" ptsTypes="AA">
                                      <p:cBhvr>
                                        <p:cTn id="24" dur="3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2136 -2.51435 " pathEditMode="relative" ptsTypes="AA">
                                      <p:cBhvr>
                                        <p:cTn id="26" dur="3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2136 -2.51435 " pathEditMode="relative" ptsTypes="AA">
                                      <p:cBhvr>
                                        <p:cTn id="28" dur="3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4.81481E-6 L -0.02136 -2.51436 " pathEditMode="relative" rAng="0" ptsTypes="AA">
                                      <p:cBhvr>
                                        <p:cTn id="30" dur="3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68" y="-125718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4.81481E-6 L -0.02136 -2.51436 " pathEditMode="relative" rAng="0" ptsTypes="AA">
                                      <p:cBhvr>
                                        <p:cTn id="32" dur="3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68" y="-1257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0"/>
                            </p:stCondLst>
                            <p:childTnLst>
                              <p:par>
                                <p:cTn id="34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/>
      <p:bldP spid="8" grpId="1" animBg="1"/>
      <p:bldP spid="9" grpId="1" animBg="1"/>
      <p:bldP spid="10" grpId="1" animBg="1"/>
      <p:bldP spid="11" grpId="1" animBg="1"/>
      <p:bldP spid="12" grpId="1" animBg="1"/>
      <p:bldP spid="13" grpId="1" animBg="1"/>
      <p:bldP spid="14" grpId="1" animBg="1"/>
      <p:bldP spid="15" grpId="0" animBg="1"/>
      <p:bldP spid="16" grpId="0" animBg="1"/>
      <p:bldP spid="1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363056" y="1058238"/>
            <a:ext cx="29546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7200" dirty="0" smtClean="0"/>
              <a:t>你死了</a:t>
            </a:r>
            <a:endParaRPr lang="zh-CN" altLang="en-US" sz="7200" dirty="0"/>
          </a:p>
        </p:txBody>
      </p:sp>
      <p:sp>
        <p:nvSpPr>
          <p:cNvPr id="3" name="文本框 2">
            <a:hlinkClick r:id="rId2" action="ppaction://hlinksldjump"/>
          </p:cNvPr>
          <p:cNvSpPr txBox="1"/>
          <p:nvPr/>
        </p:nvSpPr>
        <p:spPr>
          <a:xfrm>
            <a:off x="1439726" y="4234059"/>
            <a:ext cx="29546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 smtClean="0"/>
              <a:t>退回界面</a:t>
            </a:r>
            <a:endParaRPr lang="zh-CN" altLang="en-US" sz="5400" dirty="0"/>
          </a:p>
        </p:txBody>
      </p:sp>
      <p:sp>
        <p:nvSpPr>
          <p:cNvPr id="4" name="文本框 3">
            <a:hlinkClick r:id="" action="ppaction://hlinkshowjump?jump=endshow"/>
          </p:cNvPr>
          <p:cNvSpPr txBox="1"/>
          <p:nvPr/>
        </p:nvSpPr>
        <p:spPr>
          <a:xfrm>
            <a:off x="7277985" y="3033730"/>
            <a:ext cx="29546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/>
              <a:t>退出游戏</a:t>
            </a:r>
          </a:p>
        </p:txBody>
      </p:sp>
    </p:spTree>
    <p:extLst>
      <p:ext uri="{BB962C8B-B14F-4D97-AF65-F5344CB8AC3E}">
        <p14:creationId xmlns:p14="http://schemas.microsoft.com/office/powerpoint/2010/main" val="3580957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852</TotalTime>
  <Words>1118</Words>
  <Application>Microsoft Office PowerPoint</Application>
  <PresentationFormat>宽屏</PresentationFormat>
  <Paragraphs>180</Paragraphs>
  <Slides>26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2" baseType="lpstr">
      <vt:lpstr>MS Gothic</vt:lpstr>
      <vt:lpstr>宋体</vt:lpstr>
      <vt:lpstr>Arial</vt:lpstr>
      <vt:lpstr>Calibri</vt:lpstr>
      <vt:lpstr>Calibri Light</vt:lpstr>
      <vt:lpstr>Office 主题</vt:lpstr>
      <vt:lpstr>鼠标灵活挑战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鼠标灵活挑战</dc:title>
  <dc:creator>A</dc:creator>
  <cp:lastModifiedBy>A</cp:lastModifiedBy>
  <cp:revision>83</cp:revision>
  <dcterms:created xsi:type="dcterms:W3CDTF">2025-10-24T13:04:47Z</dcterms:created>
  <dcterms:modified xsi:type="dcterms:W3CDTF">2025-11-14T15:07:40Z</dcterms:modified>
</cp:coreProperties>
</file>