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4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59B8-611F-4233-A3C3-18D647DF3638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68AD-16E5-4D09-A16D-3604B16E1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08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59B8-611F-4233-A3C3-18D647DF3638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68AD-16E5-4D09-A16D-3604B16E1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35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59B8-611F-4233-A3C3-18D647DF3638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68AD-16E5-4D09-A16D-3604B16E1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936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59B8-611F-4233-A3C3-18D647DF3638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68AD-16E5-4D09-A16D-3604B16E1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73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59B8-611F-4233-A3C3-18D647DF3638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68AD-16E5-4D09-A16D-3604B16E1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87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59B8-611F-4233-A3C3-18D647DF3638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68AD-16E5-4D09-A16D-3604B16E1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196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59B8-611F-4233-A3C3-18D647DF3638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68AD-16E5-4D09-A16D-3604B16E1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52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59B8-611F-4233-A3C3-18D647DF3638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68AD-16E5-4D09-A16D-3604B16E1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73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59B8-611F-4233-A3C3-18D647DF3638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68AD-16E5-4D09-A16D-3604B16E1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91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59B8-611F-4233-A3C3-18D647DF3638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68AD-16E5-4D09-A16D-3604B16E1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557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59B8-611F-4233-A3C3-18D647DF3638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68AD-16E5-4D09-A16D-3604B16E1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22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659B8-611F-4233-A3C3-18D647DF3638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768AD-16E5-4D09-A16D-3604B16E1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19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1.png"/><Relationship Id="rId3" Type="http://schemas.openxmlformats.org/officeDocument/2006/relationships/image" Target="../media/image12.jp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jp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5.png"/><Relationship Id="rId18" Type="http://schemas.openxmlformats.org/officeDocument/2006/relationships/image" Target="../media/image34.png"/><Relationship Id="rId3" Type="http://schemas.openxmlformats.org/officeDocument/2006/relationships/image" Target="../media/image16.png"/><Relationship Id="rId21" Type="http://schemas.openxmlformats.org/officeDocument/2006/relationships/image" Target="../media/image36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3.png"/><Relationship Id="rId2" Type="http://schemas.openxmlformats.org/officeDocument/2006/relationships/image" Target="../media/image3.png"/><Relationship Id="rId16" Type="http://schemas.openxmlformats.org/officeDocument/2006/relationships/image" Target="../media/image32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24" Type="http://schemas.openxmlformats.org/officeDocument/2006/relationships/image" Target="../media/image39.png"/><Relationship Id="rId5" Type="http://schemas.openxmlformats.org/officeDocument/2006/relationships/image" Target="../media/image1.png"/><Relationship Id="rId15" Type="http://schemas.openxmlformats.org/officeDocument/2006/relationships/image" Target="../media/image31.png"/><Relationship Id="rId23" Type="http://schemas.openxmlformats.org/officeDocument/2006/relationships/image" Target="../media/image38.png"/><Relationship Id="rId10" Type="http://schemas.openxmlformats.org/officeDocument/2006/relationships/image" Target="../media/image27.png"/><Relationship Id="rId19" Type="http://schemas.openxmlformats.org/officeDocument/2006/relationships/image" Target="../media/image35.png"/><Relationship Id="rId4" Type="http://schemas.openxmlformats.org/officeDocument/2006/relationships/image" Target="../media/image22.jpg"/><Relationship Id="rId9" Type="http://schemas.openxmlformats.org/officeDocument/2006/relationships/image" Target="../media/image26.png"/><Relationship Id="rId14" Type="http://schemas.openxmlformats.org/officeDocument/2006/relationships/image" Target="../media/image30.png"/><Relationship Id="rId2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115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76" y="2974428"/>
            <a:ext cx="1182222" cy="114983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012" y="2869161"/>
            <a:ext cx="1408950" cy="136036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76" y="2974428"/>
            <a:ext cx="1182222" cy="114983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012" y="2869161"/>
            <a:ext cx="1408950" cy="136036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76" y="2974428"/>
            <a:ext cx="1182222" cy="114983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257" y="2869161"/>
            <a:ext cx="1408950" cy="136036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285" y="2982623"/>
            <a:ext cx="1182222" cy="114983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635" y="2869161"/>
            <a:ext cx="1408950" cy="136036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285" y="2966233"/>
            <a:ext cx="1182222" cy="114983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634" y="2860966"/>
            <a:ext cx="1408950" cy="13603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284" y="2982623"/>
            <a:ext cx="1182222" cy="114983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256" y="2869161"/>
            <a:ext cx="1408950" cy="136036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100" y="2982623"/>
            <a:ext cx="1166028" cy="1166028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330" y="1961650"/>
            <a:ext cx="2260801" cy="10321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173" y="1923494"/>
            <a:ext cx="4025881" cy="105093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938" y="1966227"/>
            <a:ext cx="4236347" cy="955567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7227" y="-1247663"/>
            <a:ext cx="1113712" cy="106970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3888" y="2005315"/>
            <a:ext cx="2873094" cy="924674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7937" y="493712"/>
            <a:ext cx="800728" cy="839788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8573" y="493712"/>
            <a:ext cx="800728" cy="839788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9210" y="493712"/>
            <a:ext cx="800728" cy="839788"/>
          </a:xfrm>
          <a:prstGeom prst="rect">
            <a:avLst/>
          </a:prstGeom>
        </p:spPr>
      </p:pic>
      <p:sp>
        <p:nvSpPr>
          <p:cNvPr id="46" name="圆角矩形标注 45"/>
          <p:cNvSpPr/>
          <p:nvPr/>
        </p:nvSpPr>
        <p:spPr>
          <a:xfrm>
            <a:off x="8178789" y="4724400"/>
            <a:ext cx="2183039" cy="977900"/>
          </a:xfrm>
          <a:prstGeom prst="wedgeRoundRect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FFE762"/>
                </a:solidFill>
              </a:rPr>
              <a:t>❀❀</a:t>
            </a:r>
            <a:r>
              <a:rPr lang="zh-CN" altLang="en-US" sz="2400" b="1" dirty="0" smtClean="0"/>
              <a:t>不要我了</a:t>
            </a:r>
            <a:endParaRPr lang="zh-CN" altLang="en-US" sz="2400" b="1" dirty="0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41875" y="1761835"/>
            <a:ext cx="895245" cy="122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7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50"/>
                            </p:stCondLst>
                            <p:childTnLst>
                              <p:par>
                                <p:cTn id="61" presetID="10" presetClass="exit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10" presetClass="exit" presetSubtype="0" fill="hold" nodeType="after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125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2000"/>
                            </p:stCondLst>
                            <p:childTnLst>
                              <p:par>
                                <p:cTn id="76" presetID="10" presetClass="exit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25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75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750"/>
                            </p:stCondLst>
                            <p:childTnLst>
                              <p:par>
                                <p:cTn id="92" presetID="10" presetClass="exit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108000000">
                                      <p:cBhvr>
                                        <p:cTn id="10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2.5E-6 -6.66667E-6 L 2.5E-6 -6.66667E-6 C 0.00729 0.01134 0.00898 0.01527 0.01666 0.02407 C 0.01901 0.02661 0.02135 0.02939 0.02395 0.03148 C 0.02838 0.03495 0.03294 0.03796 0.0375 0.04073 C 0.03919 0.04166 0.04101 0.04166 0.0427 0.04259 C 0.06145 0.05023 0.03854 0.04259 0.06979 0.05185 C 0.09817 0.05046 0.12682 0.05161 0.1552 0.04814 C 0.16028 0.04745 0.16484 0.0412 0.16979 0.03888 C 0.17486 0.03634 0.1802 0.03518 0.18541 0.03333 C 0.18723 0.03124 0.20507 0.01504 0.20937 0.0074 C 0.21341 -6.66667E-6 0.21471 -0.0095 0.21666 -0.01852 C 0.21731 -0.02547 0.21861 -0.03218 0.21875 -0.03889 C 0.21927 -0.072 0.21809 -0.08612 0.21145 -0.11667 C 0.21054 -0.12084 0.20846 -0.12408 0.20729 -0.12778 C 0.20494 -0.13519 0.20364 -0.14329 0.20104 -0.15001 C 0.19843 -0.15695 0.19466 -0.16227 0.19166 -0.16852 C 0.18411 -0.18473 0.17356 -0.21089 0.16354 -0.22593 C 0.14453 -0.25464 0.15976 -0.22778 0.13541 -0.25371 C 0.13359 -0.25556 0.13203 -0.25811 0.1302 -0.25927 C 0.12135 -0.26552 0.1194 -0.26505 0.11041 -0.26667 C 0.09231 -0.26552 0.08893 -0.2757 0.08125 -0.25927 C 0.08046 -0.25764 0.07968 -0.25579 0.07916 -0.25371 C 0.07825 -0.25093 0.07773 -0.24769 0.07708 -0.24445 C 0.07486 -0.22107 0.07369 -0.21505 0.07916 -0.18149 C 0.08033 -0.17408 0.08437 -0.16876 0.0875 -0.16297 C 0.08893 -0.16065 0.09101 -0.1595 0.0927 -0.15741 C 0.09518 -0.15464 0.09713 -0.15001 0.1 -0.14815 C 0.10325 -0.1463 0.1069 -0.14723 0.11041 -0.1463 C 0.11419 -0.14538 0.11796 -0.14399 0.12187 -0.1426 C 0.12877 -0.14329 0.1358 -0.14214 0.1427 -0.14445 C 0.15299 -0.14839 0.17291 -0.16112 0.17291 -0.16112 C 0.20104 -0.19306 0.19023 -0.17454 0.20729 -0.21297 C 0.20872 -0.22038 0.21028 -0.22778 0.21145 -0.23519 C 0.21458 -0.25602 0.21067 -0.29746 0.20937 -0.30741 C 0.20794 -0.31876 0.20403 -0.32871 0.20104 -0.33889 C 0.19466 -0.36019 0.18997 -0.38357 0.18125 -0.40186 C 0.16809 -0.42964 0.16901 -0.42987 0.15104 -0.45556 C 0.13515 -0.47825 0.12187 -0.49862 0.10312 -0.51112 C 0.09492 -0.51667 0.08658 -0.52107 0.07812 -0.52408 C 0.07265 -0.52593 0.06692 -0.52524 0.06145 -0.52593 C 0.05338 -0.52825 0.04557 -0.53264 0.0375 -0.53334 C 0.00716 -0.53519 -0.02266 -0.53519 -0.05209 -0.52223 C -0.06316 -0.51737 -0.07435 -0.51274 -0.08438 -0.50371 L -0.12813 -0.46482 C -0.13737 -0.45649 -0.1487 -0.44584 -0.1573 -0.43519 C -0.16784 -0.42246 -0.20573 -0.38288 -0.21355 -0.35001 C -0.22084 -0.32014 -0.21836 -0.33334 -0.22188 -0.31112 C -0.22123 -0.29514 -0.22123 -0.27894 -0.2198 -0.26297 C -0.21889 -0.25163 -0.21433 -0.24561 -0.21042 -0.23704 C -0.20938 -0.23473 -0.20873 -0.23149 -0.2073 -0.22964 C -0.20326 -0.22477 -0.19935 -0.22408 -0.1948 -0.22223 C -0.18842 -0.22315 -0.18099 -0.22153 -0.175 -0.22778 C -0.17214 -0.23102 -0.16954 -0.23519 -0.16667 -0.23889 C -0.16537 -0.24329 -0.16342 -0.24723 -0.1625 -0.25186 C -0.16172 -0.25672 -0.16133 -0.26181 -0.16146 -0.26667 C -0.16303 -0.30649 -0.16172 -0.33936 -0.17605 -0.37038 C -0.19063 -0.40186 -0.2099 -0.43612 -0.22917 -0.46112 C -0.23803 -0.47269 -0.24675 -0.48473 -0.25625 -0.49445 C -0.26667 -0.50533 -0.27774 -0.51343 -0.28855 -0.52223 C -0.31159 -0.54098 -0.32097 -0.54977 -0.3448 -0.55741 C -0.3504 -0.55903 -0.35599 -0.55857 -0.36146 -0.55927 C -0.38646 -0.55302 -0.41185 -0.54977 -0.43646 -0.54075 C -0.44154 -0.53889 -0.46446 -0.51251 -0.46784 -0.50741 C -0.47592 -0.49538 -0.48295 -0.48149 -0.49076 -0.46852 C -0.49415 -0.46297 -0.4987 -0.45903 -0.50118 -0.45186 C -0.50443 -0.44144 -0.50834 -0.43149 -0.51146 -0.42038 C -0.51316 -0.41413 -0.51407 -0.40695 -0.51563 -0.40001 C -0.51719 -0.3926 -0.51902 -0.38519 -0.52084 -0.37778 C -0.52214 -0.36552 -0.52592 -0.35325 -0.52501 -0.34075 C -0.52266 -0.31158 -0.51706 -0.28334 -0.51146 -0.25556 C -0.50808 -0.23936 -0.50378 -0.22339 -0.49805 -0.20927 C -0.47917 -0.16459 -0.47448 -0.15348 -0.45417 -0.13334 C -0.44805 -0.12732 -0.42982 -0.10903 -0.42084 -0.10556 C -0.41407 -0.10302 -0.40704 -0.10325 -0.4 -0.10186 C -0.38894 -0.1051 -0.37722 -0.10417 -0.36667 -0.11112 C -0.34232 -0.12778 -0.33816 -0.1463 -0.32396 -0.17964 C -0.32188 -0.21806 -0.3168 -0.25626 -0.31771 -0.29445 C -0.31823 -0.31575 -0.32383 -0.33589 -0.32813 -0.35556 C -0.3349 -0.38681 -0.34545 -0.42477 -0.3573 -0.45186 C -0.36172 -0.46204 -0.3668 -0.47084 -0.37188 -0.47964 C -0.37904 -0.4919 -0.38594 -0.5044 -0.39375 -0.51482 C -0.41029 -0.53681 -0.41745 -0.54167 -0.43542 -0.55186 C -0.43711 -0.55278 -0.43894 -0.55302 -0.44063 -0.55371 C -0.45313 -0.55047 -0.46602 -0.5507 -0.47826 -0.54445 C -0.48321 -0.54167 -0.48685 -0.5338 -0.49076 -0.52778 C -0.50248 -0.50903 -0.50704 -0.48843 -0.51563 -0.46297 C -0.52084 -0.42894 -0.53334 -0.36806 -0.53126 -0.32593 C -0.52956 -0.29538 -0.5267 -0.26482 -0.52188 -0.23519 C -0.51928 -0.21991 -0.5142 -0.20626 -0.50938 -0.19283 C -0.50612 -0.1838 -0.50235 -0.1757 -0.49805 -0.16852 C -0.47214 -0.12755 -0.45964 -0.11806 -0.42396 -0.0963 C -0.41459 -0.09075 -0.40456 -0.08889 -0.3948 -0.08519 C -0.37748 -0.08704 -0.36003 -0.08727 -0.34271 -0.09075 C -0.31719 -0.09607 -0.29779 -0.10649 -0.27396 -0.12223 C -0.24154 -0.14399 -0.24102 -0.14422 -0.21459 -0.17408 C -0.21003 -0.1794 -0.20521 -0.1845 -0.20105 -0.19075 C -0.19402 -0.20186 -0.1879 -0.21436 -0.18125 -0.22593 C -0.18099 -0.22755 -0.17409 -0.26112 -0.175 -0.27038 C -0.17865 -0.30417 -0.1823 -0.33797 -0.18855 -0.37038 C -0.1905 -0.3801 -0.19519 -0.38704 -0.19896 -0.39445 C -0.20456 -0.4051 -0.20977 -0.41667 -0.21667 -0.42408 C -0.22917 -0.43751 -0.24232 -0.44954 -0.25625 -0.45556 C -0.25912 -0.45695 -0.26185 -0.4588 -0.26459 -0.45927 C -0.27019 -0.46065 -0.27579 -0.46065 -0.28125 -0.46112 C -0.29271 -0.45695 -0.30534 -0.45811 -0.31563 -0.44815 C -0.328 -0.43635 -0.33672 -0.41552 -0.34688 -0.39815 C -0.38152 -0.33982 -0.39102 -0.26505 -0.41459 -0.18334 C -0.41602 -0.17038 -0.42318 -0.11366 -0.42292 -0.0926 C -0.42266 -0.05811 -0.42175 -0.02339 -0.4198 0.01111 C -0.41928 0.02175 -0.41784 0.0324 -0.41563 0.04259 C -0.40938 0.07175 -0.4043 0.08495 -0.39375 0.1074 C -0.38386 0.1287 -0.38204 0.13148 -0.36771 0.14629 C -0.36237 0.15161 -0.35691 0.15694 -0.35105 0.16111 C -0.33998 0.16874 -0.32019 0.17523 -0.30938 0.17962 C -0.28998 0.17823 -0.27045 0.17986 -0.25105 0.17592 C -0.24076 0.17361 -0.23073 0.16712 -0.22084 0.16111 C -0.20469 0.15092 -0.178 0.13379 -0.16042 0.11481 C -0.15066 0.10393 -0.14102 0.09259 -0.13125 0.08148 C -0.12553 0.06597 -0.11211 0.04027 -0.11146 0.01666 C -0.11094 -0.0044 -0.11055 -0.0257 -0.1125 -0.0463 C -0.11368 -0.05834 -0.11732 -0.06945 -0.12084 -0.07964 C -0.1293 -0.10464 -0.13777 -0.12107 -0.15 -0.13889 C -0.15508 -0.1463 -0.16016 -0.15348 -0.16563 -0.15927 C -0.17162 -0.16575 -0.17787 -0.172 -0.18438 -0.17593 C -0.19011 -0.1794 -0.19623 -0.17964 -0.20209 -0.18149 C -0.20834 -0.18102 -0.21485 -0.18241 -0.22084 -0.17964 C -0.23933 -0.1713 -0.25092 -0.1463 -0.26355 -0.12223 C -0.27175 -0.10695 -0.27917 -0.09075 -0.28646 -0.07408 C -0.30235 -0.03866 -0.31342 -0.00834 -0.32605 0.03148 C -0.32995 0.04328 -0.3336 0.05555 -0.33646 0.06851 C -0.34193 0.09143 -0.34623 0.11527 -0.35105 0.13888 C -0.37253 0.37569 -0.38243 0.28217 -0.14896 0.48333 C -0.1323 0.49768 -0.11211 0.47731 -0.09375 0.47222 C -0.06823 0.46458 -0.03711 0.45069 -0.0125 0.43333 C 0.00052 0.42384 0.05052 0.38865 0.06979 0.36296 C 0.07799 0.35185 0.09401 0.30948 0.09791 0.29999 C 0.09817 0.29444 0.09856 0.28865 0.09895 0.28333 C 0.0996 0.27337 0.10169 0.26342 0.10104 0.2537 C 0.09986 0.23657 0.09739 0.21944 0.09375 0.2037 C 0.09205 0.19675 0.08841 0.19189 0.08541 0.18703 C 0.07695 0.17291 0.06171 0.14722 0.04895 0.14073 C 0.0332 0.1324 0.01692 0.12823 0.00104 0.12222 C -0.0323 0.12407 -0.06576 0.12222 -0.09896 0.12777 C -0.11081 0.12962 -0.12201 0.13842 -0.13334 0.14444 C -0.15183 0.15393 -0.17032 0.16365 -0.18855 0.17384 C -0.20547 0.18356 -0.24597 0.2074 -0.26355 0.22407 C -0.28881 0.24768 -0.31329 0.27337 -0.3375 0.29999 C -0.35131 0.31481 -0.36407 0.34097 -0.37188 0.36481 C -0.37709 0.38032 -0.37956 0.39814 -0.38334 0.41481 C -0.38269 0.43703 -0.38334 0.45948 -0.38125 0.48148 C -0.38047 0.49004 -0.378 0.49814 -0.375 0.50555 C -0.36745 0.5243 -0.35821 0.53958 -0.34584 0.54814 C -0.33477 0.55555 -0.32318 0.56226 -0.31146 0.56666 C -0.30717 0.56828 -0.24909 0.57731 -0.24688 0.57777 C -0.21081 0.57337 -0.17448 0.57337 -0.13855 0.56481 C -0.07396 0.54907 -0.03152 0.52847 0.02604 0.48518 C 0.05625 0.46203 0.08697 0.43981 0.11562 0.41111 C 0.1302 0.39629 0.14244 0.37499 0.1552 0.35555 C 0.17773 0.3206 0.17617 0.32083 0.18958 0.28518 C 0.19531 0.25138 0.20208 0.22523 0.20208 0.19073 C 0.20208 0.17083 0.20312 0.15023 0.2 0.13148 C 0.19674 0.11226 0.18958 0.09606 0.18333 0.07962 C 0.16888 0.04189 0.12786 0.00439 0.11458 -0.00927 C 0.1121 -0.01181 0.10898 -0.01065 0.10625 -0.01112 C 0.09192 -0.00811 0.0776 -0.00695 0.06354 -0.00186 C 0.06002 -0.0007 0.05703 0.0037 0.05416 0.0074 C 0.047 0.0162 0.03463 0.03587 0.0302 0.04814 C 0.01953 0.07661 0.00937 0.10601 0.00104 0.13703 C -0.01133 0.18286 -0.01172 0.19884 -0.01563 0.24073 C -0.01224 0.27708 -0.01146 0.31458 -0.00521 0.34999 C -0.00092 0.3743 0.00742 0.38333 0.01875 0.39073 C 0.04231 0.40578 0.03854 0.40023 0.07083 0.4037 C 0.0819 0.40185 0.09322 0.40161 0.10416 0.39814 C 0.13398 0.38819 0.18411 0.34999 0.2052 0.33148 C 0.26692 0.27638 0.27929 0.27129 0.32812 0.21296 C 0.3539 0.18194 0.40091 0.13773 0.425 0.08333 C 0.42825 0.07569 0.43059 0.06712 0.43333 0.05925 C 0.43411 0.03958 0.43658 0.00995 0.4302 -0.00741 C 0.42617 -0.01876 0.41835 -0.02431 0.41145 -0.02964 C 0.40794 -0.03264 0.40377 -0.03079 0.4 -0.03149 C 0.39791 -0.03195 0.39583 -0.03288 0.39375 -0.03334 C 0.38645 -0.02547 0.37864 -0.01876 0.37187 -0.00927 C 0.36705 -0.00255 0.3625 0.00532 0.35937 0.01481 C 0.3388 0.078 0.33932 0.08448 0.3302 0.14259 C 0.32812 0.17268 0.32513 0.20277 0.32395 0.23333 C 0.32291 0.25879 0.3246 0.29027 0.3302 0.31481 C 0.33385 0.33078 0.33763 0.34745 0.34375 0.36111 L 0.34791 0.37036 C 0.34843 0.37013 0.3638 0.36666 0.36666 0.36296 C 0.38333 0.34027 0.39153 0.32245 0.40416 0.29259 C 0.40585 0.28842 0.40716 0.28402 0.40833 0.27962 C 0.41888 0.24073 0.41796 0.24328 0.425 0.21111 C 0.42604 0.16967 0.42864 0.12823 0.42812 0.08703 C 0.42799 0.07546 0.42513 0.06435 0.42291 0.0537 C 0.41822 0.03101 0.41263 0.00902 0.40729 -0.01297 C 0.40468 -0.02362 0.40286 -0.03519 0.39895 -0.04445 C 0.38398 -0.08056 0.36705 -0.11389 0.35104 -0.14815 C 0.34348 -0.16436 0.33736 -0.18334 0.32812 -0.1963 C 0.30104 -0.23496 0.29752 -0.24445 0.2677 -0.27038 C 0.26276 -0.27477 0.25742 -0.27732 0.25208 -0.27964 C 0.23385 -0.2882 0.22005 -0.28681 0.2 -0.28889 C 0.1944 -0.28843 0.1888 -0.28889 0.18333 -0.28704 C 0.17005 -0.28311 0.16106 -0.27547 0.14895 -0.26667 C 0.14414 -0.25811 0.11966 -0.22061 0.11458 -0.19815 C 0.11015 -0.17848 0.10755 -0.15741 0.10416 -0.13704 C 0.10299 -0.10371 0.10091 -0.04677 0.10104 -0.02223 C 0.10117 0.00185 0.10169 0.02615 0.10416 0.04999 C 0.1052 0.06111 0.10885 0.07106 0.11145 0.08148 C 0.1151 0.09629 0.11848 0.11157 0.12291 0.12592 C 0.12773 0.14166 0.13489 0.15347 0.1427 0.16481 C 0.14388 0.16643 0.14544 0.16712 0.14687 0.16851 C 0.15585 0.16712 0.16523 0.16898 0.17395 0.16481 C 0.18046 0.16134 0.18619 0.15347 0.19166 0.14629 C 0.20468 0.1287 0.21718 0.11041 0.22916 0.09073 C 0.23255 0.08495 0.23515 0.07754 0.2375 0.07036 C 0.26041 -0.0044 0.25651 0.01203 0.26562 -0.0426 C 0.26757 -0.08149 0.26914 -0.0926 0.26666 -0.13334 C 0.26588 -0.14538 0.26419 -0.15718 0.2625 -0.16852 C 0.25794 -0.19885 0.25364 -0.21621 0.2427 -0.2426 C 0.23567 -0.25973 0.22877 -0.27709 0.21979 -0.29075 C 0.20351 -0.31575 0.1858 -0.33751 0.1677 -0.35741 C 0.15559 -0.37084 0.13502 -0.36783 0.12291 -0.36852 C 0.1125 -0.36552 0.10182 -0.36436 0.09166 -0.35927 C 0.08763 -0.35741 0.05937 -0.33172 0.05625 -0.32778 C -0.13125 -0.1095 0.01106 -0.27755 -0.08125 -0.15556 C -0.09115 -0.14283 -0.10183 -0.13195 -0.11146 -0.11852 C -0.14037 -0.07894 -0.18152 -0.02732 -0.20625 0.02962 C -0.21264 0.04398 -0.21745 0.06041 -0.22292 0.07592 C -0.2237 0.08148 -0.2254 0.0868 -0.225 0.09259 C -0.22292 0.13055 -0.22136 0.15046 -0.21042 0.17962 C -0.20821 0.18564 -0.20508 0.19073 -0.20209 0.19629 C -0.19636 0.20694 -0.18633 0.22777 -0.17709 0.23518 C -0.17357 0.23796 -0.16954 0.23888 -0.16563 0.24073 C -0.15352 0.23935 -0.14115 0.2412 -0.12917 0.23703 C -0.1237 0.23495 -0.11928 0.22754 -0.11459 0.22222 C -0.11029 0.21712 -0.10599 0.21157 -0.10209 0.20555 C -0.10014 0.20231 -0.09844 0.19837 -0.09688 0.19444 C -0.08308 0.15624 -0.08568 0.16573 -0.08021 0.13703 C -0.07956 0.11898 -0.07592 0.07661 -0.08021 0.05555 C -0.08282 0.04259 -0.08777 0.03171 -0.09167 0.02036 C -0.10938 -0.03079 -0.10834 -0.02639 -0.14063 -0.07593 C -0.14896 -0.08866 -0.15743 -0.10093 -0.16667 -0.11112 C -0.18399 -0.13056 -0.19649 -0.13982 -0.21459 -0.15001 C -0.22188 -0.15417 -0.23464 -0.15741 -0.24063 -0.15927 C -0.25808 -0.15695 -0.27605 -0.16112 -0.29271 -0.15186 C -0.29909 -0.14862 -0.32527 -0.12501 -0.33334 -0.10186 C -0.33816 -0.08866 -0.34245 -0.07477 -0.34688 -0.06112 C -0.34896 -0.04538 -0.35339 -0.01459 -0.35313 -6.66667E-6 C -0.35261 0.04189 -0.35027 0.08379 -0.34792 0.12592 C -0.3474 0.13587 -0.34675 0.14583 -0.3448 0.15555 C -0.34245 0.16782 -0.33855 0.17893 -0.33542 0.19073 C -0.32956 0.21365 -0.33685 0.2037 -0.31563 0.23703 C -0.30743 0.24976 -0.29792 0.25972 -0.28855 0.27036 C -0.27435 0.28634 -0.26133 0.29328 -0.2448 0.3037 C -0.2198 0.31921 -0.22631 0.31296 -0.19063 0.31666 C -0.16954 0.31342 -0.14805 0.31342 -0.12709 0.3074 C -0.11355 0.30347 -0.1004 0.29513 -0.0875 0.28703 C -0.06407 0.27175 -0.0474 0.25532 -0.02813 0.22777 C -0.02383 0.22129 -0.01993 0.21365 -0.01667 0.20555 C -0.01407 0.19861 -0.00964 0.17962 -0.0073 0.17013 C -0.00665 0.16041 -0.00508 0.15046 -0.00521 0.14073 C -0.00573 0.11273 -0.00782 0.08495 -0.00938 0.0574 C -0.00964 0.05416 -0.00964 0.05092 -0.01042 0.04814 C -0.01394 0.03541 -0.01836 0.02361 -0.02188 0.01111 C -0.02266 0.00856 -0.02292 0.00555 -0.02396 0.0037 C -0.02761 -0.00278 -0.02943 -0.00325 -0.03334 -0.00556 C -0.03269 -0.00371 -0.0323 -0.00163 -0.03125 -6.66667E-6 C -0.02787 0.00486 -0.02344 0.01111 -0.01875 0.01296 C -0.01667 0.01365 -0.01459 0.01411 -0.0125 0.01481 C -0.00912 0.01388 -0.00287 0.0155 -0.00105 0.0074 C -0.00053 0.00439 -0.00027 0.00115 2.5E-6 -6.66667E-6 Z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104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accel="21000" decel="79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-1.66667E-6 -4.81481E-6 L -0.00312 1.06135 L -0.00729 0.79445 L -0.01666 0.78311 C -0.02552 0.78102 -0.03138 0.77894 -0.04062 0.78311 C -0.04219 0.78357 -0.04297 0.78658 -0.04375 0.78866 C -0.04713 0.79653 -0.04778 0.79815 -0.04896 0.80579 C -0.04948 0.80834 -0.04974 0.81088 -0.05 0.81343 C -0.05039 0.84792 -0.05052 0.88218 -0.05104 0.91644 C -0.05143 0.93195 -0.05208 0.92547 -0.05312 0.93727 C -0.05403 0.94723 -0.0539 0.95278 -0.05521 0.96204 C -0.06289 1.0132 -0.05351 0.94538 -0.05833 0.98125 C -0.06068 1.04213 -0.05937 1.01783 -0.06146 1.05371 C -0.06185 1.05163 -0.06211 1.04954 -0.0625 1.04792 C -0.06393 1.04144 -0.06666 1.02894 -0.06666 1.02917 C -0.06706 1.025 -0.06732 1.02107 -0.06771 1.01737 C -0.06797 1.01528 -0.06849 1.01366 -0.06875 1.01158 C -0.06927 1.00903 -0.06953 1.00649 -0.06979 1.00417 C -0.07031 1.00024 -0.07044 0.9963 -0.07083 0.9926 C -0.07148 0.9875 -0.07239 0.98241 -0.07291 0.97732 C -0.07331 0.97408 -0.07357 0.97107 -0.07396 0.96783 C -0.07461 0.96389 -0.07539 0.96019 -0.07604 0.95649 C -0.07643 0.95463 -0.07682 0.95255 -0.07708 0.9507 C -0.08047 0.92663 -0.0763 0.95649 -0.07916 0.93727 C -0.07969 0.93473 -0.07982 0.93218 -0.08021 0.92987 C -0.0806 0.92755 -0.08099 0.92593 -0.08125 0.92408 C -0.08203 0.91875 -0.08255 0.91366 -0.08333 0.9088 C -0.08411 0.9051 -0.08359 0.89954 -0.08541 0.89746 C -0.08646 0.89584 -0.0875 0.89445 -0.08854 0.89352 C -0.09075 0.89144 -0.09492 0.89051 -0.09687 0.88982 C -0.09752 0.88982 -0.10534 0.89098 -0.10729 0.89352 C -0.10859 0.89491 -0.1095 0.89723 -0.11041 0.89931 C -0.11133 0.90093 -0.11185 0.90301 -0.1125 0.9051 C -0.11758 0.94167 -0.11328 0.90602 -0.11562 0.9794 C -0.11575 0.98125 -0.11653 0.98288 -0.11666 0.98496 C -0.11849 0.99954 -0.11666 0.99329 -0.11979 1.00788 C -0.12031 1.0095 -0.12252 1.01945 -0.12291 1.02315 C -0.12409 1.03195 -0.12396 1.03102 -0.12396 1.03635 L -0.125 1.04607 " pathEditMode="relative" rAng="0" ptsTypes="AAAAAAAAAAAAAAAAAAAAAAAAAAAAAAAAAAAAAAA">
                                      <p:cBhvr>
                                        <p:cTn id="106" dur="1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0" y="53056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8" presetClass="emp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27000000">
                                      <p:cBhvr>
                                        <p:cTn id="108" dur="1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10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1750"/>
                            </p:stCondLst>
                            <p:childTnLst>
                              <p:par>
                                <p:cTn id="114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2750"/>
                            </p:stCondLst>
                            <p:childTnLst>
                              <p:par>
                                <p:cTn id="1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5 1.04607 L -0.125 1.04607 C -0.12539 1.08611 -0.12513 1.12616 -0.12617 1.16644 C -0.12617 1.17014 -0.12747 1.17384 -0.12825 1.17755 C -0.12877 1.18056 -0.13021 1.1875 -0.13034 1.19051 C -0.1306 1.19722 -0.13034 1.20394 -0.13034 1.21088 L -0.13034 1.21088 " pathEditMode="relative" ptsTypes="AAAAAAA">
                                      <p:cBhvr>
                                        <p:cTn id="11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3750"/>
                            </p:stCondLst>
                            <p:childTnLst>
                              <p:par>
                                <p:cTn id="12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4250"/>
                            </p:stCondLst>
                            <p:childTnLst>
                              <p:par>
                                <p:cTn id="12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416 L 0.24531 -0.17732 " pathEditMode="relative" ptsTypes="AA">
                                      <p:cBhvr>
                                        <p:cTn id="1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01" y="-14288"/>
            <a:ext cx="3416900" cy="13389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40" y="1523999"/>
            <a:ext cx="4522296" cy="478790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40" y="1524000"/>
            <a:ext cx="4522296" cy="4787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97" y="1014146"/>
            <a:ext cx="6129503" cy="79045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657026" y="1953423"/>
            <a:ext cx="923654" cy="89116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2698" y="1324623"/>
            <a:ext cx="1276153" cy="156218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600" y="1815991"/>
            <a:ext cx="1166028" cy="116602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0129" y="976984"/>
            <a:ext cx="5117447" cy="91676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518" y="5846763"/>
            <a:ext cx="190970" cy="18573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93848" y="1048467"/>
            <a:ext cx="3050007" cy="8048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8822963">
            <a:off x="12125394" y="4085872"/>
            <a:ext cx="1453064" cy="145306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5432619">
            <a:off x="1368772" y="1975240"/>
            <a:ext cx="1979538" cy="2423227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6768" y="3416264"/>
            <a:ext cx="287844" cy="36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9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6" presetClass="emph" presetSubtype="0" repeatCount="3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34200000">
                                      <p:cBhvr>
                                        <p:cTn id="1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2" presetClass="exit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104 0.00208 L -0.07188 0.0169 " pathEditMode="relative" ptsTypes="AA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91667E-6 -4.44444E-6 L -2.91667E-6 0.00024 C 0.00378 -0.00046 0.00769 -0.00023 0.01146 -0.00162 C 0.01263 -0.00231 0.01354 -0.00393 0.01459 -0.00532 C 0.01875 -0.01157 0.01875 -0.01458 0.02188 -0.02384 C 0.02149 -0.02824 0.02123 -0.03263 0.02084 -0.03703 C 0.02058 -0.03935 0.02058 -0.0412 0.01979 -0.04236 C 0.01849 -0.04467 0.01433 -0.04699 0.0125 -0.04814 C 0.01211 -0.0456 0.01094 -0.04305 0.01146 -0.04074 C 0.01185 -0.03842 0.01341 -0.03819 0.01459 -0.03703 C 0.02422 -0.02754 0.02084 -0.02986 0.03125 -0.02754 C 0.03815 -0.02824 0.04519 -0.02824 0.05209 -0.02963 C 0.05326 -0.02986 0.05417 -0.03194 0.05521 -0.03333 C 0.05651 -0.03495 0.05821 -0.0368 0.05938 -0.03865 C 0.06003 -0.04074 0.06589 -0.05671 0.06667 -0.05925 C 0.06758 -0.06296 0.06797 -0.06666 0.06875 -0.07037 C 0.06836 -0.08518 0.06888 -0.1 0.06771 -0.11481 C 0.06745 -0.11782 0.06602 -0.12037 0.06459 -0.12222 C 0.06276 -0.12453 0.06042 -0.12453 0.05834 -0.12592 C 0.05482 -0.12523 0.05117 -0.12615 0.04792 -0.12384 C 0.04688 -0.12338 0.04675 -0.12037 0.04688 -0.11851 C 0.04701 -0.11504 0.04766 -0.11226 0.04896 -0.10902 C 0.04961 -0.10763 0.05091 -0.10787 0.05209 -0.1074 C 0.05339 -0.10648 0.05482 -0.10601 0.05625 -0.10532 C 0.06146 -0.10601 0.06667 -0.10601 0.07188 -0.1074 C 0.07709 -0.10856 0.07891 -0.11226 0.08334 -0.11643 C 0.08946 -0.12268 0.08568 -0.11713 0.09063 -0.12592 C 0.09128 -0.12893 0.09193 -0.13194 0.09271 -0.13495 C 0.09323 -0.1375 0.09427 -0.13981 0.09479 -0.14236 C 0.09532 -0.1456 0.09545 -0.14861 0.09584 -0.15185 C 0.09545 -0.15787 0.09571 -0.16435 0.09479 -0.17037 C 0.09401 -0.17523 0.09219 -0.178 0.09063 -0.18148 C 0.0892 -0.18402 0.08164 -0.19027 0.08125 -0.1905 C 0.07422 -0.19004 0.06732 -0.19004 0.06042 -0.18888 C 0.05378 -0.1875 0.05183 -0.18634 0.04688 -0.1831 C 0.04753 -0.17939 0.0474 -0.17523 0.04896 -0.17199 C 0.05 -0.17013 0.05651 -0.16736 0.05834 -0.16666 C 0.06016 -0.16713 0.07149 -0.16666 0.075 -0.17407 C 0.07591 -0.17638 0.07644 -0.17893 0.07709 -0.18148 C 0.07748 -0.1831 0.07774 -0.18518 0.07813 -0.1868 C 0.07735 -0.19259 0.07722 -0.19861 0.07604 -0.20347 C 0.07474 -0.20902 0.07136 -0.2162 0.06875 -0.22013 C 0.06732 -0.22245 0.06602 -0.22453 0.06459 -0.22569 C 0.06328 -0.22685 0.06172 -0.22685 0.06042 -0.22754 C 0.05925 -0.22824 0.05834 -0.22916 0.05729 -0.22939 L 0.01667 -0.22754 C 0.01485 -0.22754 0.01289 -0.22731 0.01146 -0.22569 C 0.00938 -0.22384 0.00756 -0.21064 0.00729 -0.20902 C 0.00834 -0.20625 0.00899 -0.20231 0.01042 -0.2 C 0.0112 -0.19861 0.01237 -0.19791 0.01354 -0.19791 C 0.01706 -0.19861 0.02045 -0.20115 0.02396 -0.20162 C 0.02604 -0.20347 0.02839 -0.20463 0.03021 -0.20717 C 0.03099 -0.20879 0.03099 -0.21088 0.03125 -0.21273 L 0.03334 -0.22754 C 0.03295 -0.23495 0.0336 -0.24282 0.03229 -0.24976 C 0.03177 -0.25277 0.02943 -0.25231 0.02813 -0.25347 C 0.02696 -0.25463 0.02604 -0.25648 0.025 -0.25717 C 0.02071 -0.26064 0.01472 -0.26273 0.01042 -0.26458 C 0.00925 -0.26527 0.00834 -0.2662 0.00729 -0.26643 L -0.01979 -0.26273 C -0.02187 -0.2625 -0.02409 -0.2625 -0.02604 -0.26088 C -0.02669 -0.26064 -0.03528 -0.25023 -0.03646 -0.24791 C -0.03776 -0.24583 -0.04049 -0.23842 -0.04166 -0.23495 C -0.04036 -0.23101 -0.03945 -0.22569 -0.0375 -0.22199 C -0.03515 -0.21805 -0.02409 -0.22199 -0.02396 -0.22199 C -0.02044 -0.22638 -0.01927 -0.22685 -0.01666 -0.23495 C -0.01601 -0.23726 -0.01601 -0.24027 -0.01562 -0.24236 C -0.01601 -0.25138 -0.01562 -0.26018 -0.01666 -0.26828 C -0.01731 -0.27291 -0.02148 -0.278 -0.02291 -0.28125 C -0.02383 -0.28356 -0.02383 -0.28726 -0.025 -0.28865 C -0.0289 -0.29513 -0.03203 -0.29652 -0.03646 -0.29791 C -0.04258 -0.30092 -0.04284 -0.30023 -0.05 -0.30162 C -0.05599 -0.30138 -0.06185 -0.30092 -0.06771 -0.29976 C -0.06914 -0.29953 -0.07057 -0.29907 -0.07187 -0.29791 C -0.07304 -0.29722 -0.07396 -0.29583 -0.075 -0.29421 C -0.07539 -0.29143 -0.0763 -0.28842 -0.07604 -0.28495 C -0.07591 -0.28263 -0.07161 -0.275 -0.07083 -0.27384 C -0.06992 -0.27291 -0.06875 -0.27245 -0.06771 -0.27199 C -0.06432 -0.2706 -0.05729 -0.26828 -0.05729 -0.26805 C -0.05182 -0.26967 -0.04609 -0.2699 -0.04062 -0.27199 C -0.03841 -0.27291 -0.03619 -0.275 -0.03437 -0.27754 C -0.03229 -0.28101 -0.02903 -0.29351 -0.02708 -0.29791 C -0.0263 -0.30023 -0.02487 -0.30138 -0.02396 -0.30347 C -0.02239 -0.3074 -0.02174 -0.3118 -0.02083 -0.31643 C -0.02005 -0.33125 -0.01823 -0.34282 -0.02291 -0.35717 C -0.02461 -0.36203 -0.03151 -0.36597 -0.03437 -0.36828 C -0.04778 -0.36666 -0.04739 -0.37268 -0.05312 -0.36088 C -0.05429 -0.35833 -0.05521 -0.35578 -0.05625 -0.35347 C -0.05664 -0.35162 -0.05768 -0.34976 -0.05729 -0.34791 C -0.05625 -0.3412 -0.05442 -0.33495 -0.05208 -0.32939 C -0.05117 -0.32731 -0.04935 -0.32662 -0.04791 -0.32569 C -0.04518 -0.32384 -0.04244 -0.32199 -0.03958 -0.32013 C -0.03619 -0.3206 -0.03268 -0.32106 -0.02916 -0.32199 C -0.025 -0.32291 -0.02083 -0.32407 -0.01666 -0.32569 C -0.01562 -0.32592 -0.01458 -0.32662 -0.01354 -0.32754 C -0.0095 -0.33125 -0.01093 -0.33148 -0.00729 -0.3368 C -0.00468 -0.3405 -0.00091 -0.34259 0.00104 -0.34791 C 0.0017 -0.34976 0.00248 -0.35162 0.00313 -0.35347 C 0.00352 -0.35532 0.00378 -0.35717 0.00417 -0.35902 C 0.00482 -0.36203 0.00547 -0.36504 0.00625 -0.36828 C 0.00547 -0.378 0.00638 -0.38865 0.00417 -0.39791 C 0.00326 -0.40138 -2.91667E-6 -0.40023 -0.00208 -0.40162 L -0.00521 -0.40347 L -0.00833 -0.40532 L -0.00833 -0.40509 " pathEditMode="relative" rAng="0" ptsTypes="AAAAAAAAAAAAAAAAAAAAAAAAAAAAAAAAAAAAAAAAAAAAAAAAAAAAAAAAAAAAAAAAAAAAAAAAAAAAAAAAAAAAAAAAAAAAAAAAAAAAAAAAA">
                                      <p:cBhvr>
                                        <p:cTn id="3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" y="-20255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8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59940000">
                                      <p:cBhvr>
                                        <p:cTn id="3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75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0" presetClass="path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0.07188 0.0169 L -0.59896 0.15949 L -0.56355 0.15023 L -0.60313 0.15949 " pathEditMode="relative" ptsTypes="AAAA">
                                      <p:cBhvr>
                                        <p:cTn id="4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000"/>
                            </p:stCondLst>
                            <p:childTnLst>
                              <p:par>
                                <p:cTn id="4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9940000">
                                      <p:cBhvr>
                                        <p:cTn id="5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2.96296E-6 L 4.375E-6 2.96296E-6 C 0.00234 0.00301 0.00455 0.00694 0.00729 0.00926 C 0.00976 0.01134 0.01289 0.01134 0.01562 0.01296 L 0.01875 0.01482 C 0.02565 0.01412 0.03255 0.01389 0.03958 0.01296 C 0.04179 0.0125 0.04505 0.00857 0.04687 0.00741 C 0.04817 0.00648 0.0496 0.00625 0.05104 0.00556 C 0.06158 -0.00023 0.05299 0.00324 0.0625 2.96296E-6 C 0.06575 -0.00301 0.06809 -0.00463 0.07083 -0.00926 C 0.07369 -0.01458 0.07213 -0.01435 0.07395 -0.02037 C 0.07447 -0.02245 0.07539 -0.02407 0.07604 -0.02593 C 0.07682 -0.02893 0.07734 -0.03218 0.07812 -0.03518 C 0.08216 -0.05162 0.07825 -0.03241 0.08229 -0.0537 L 0.08333 -0.05926 C 0.08463 -0.07662 0.08567 -0.08264 0.08333 -0.1037 C 0.0819 -0.11597 0.07669 -0.12454 0.07083 -0.12963 C 0.0694 -0.13102 0.06809 -0.13241 0.06666 -0.13333 C 0.06523 -0.13426 0.0638 -0.13449 0.0625 -0.13518 C 0.06067 -0.13634 0.05898 -0.13819 0.05729 -0.13889 C 0.05481 -0.14005 0.05234 -0.14028 0.05 -0.14074 C 0.04401 -0.14028 0.03802 -0.14097 0.03229 -0.13889 C 0.02669 -0.13704 0.02864 -0.13032 0.02604 -0.12407 C 0.0246 -0.12106 0.02252 -0.11921 0.02083 -0.11667 C 0.02044 -0.11481 0.02018 -0.11296 0.01979 -0.11111 C 0.01914 -0.1088 0.01822 -0.10648 0.0177 -0.1037 C 0.01718 -0.10139 0.01692 -0.09884 0.01666 -0.0963 C 0.01731 -0.08102 0.01783 -0.06551 0.01875 -0.05 C 0.01888 -0.04768 0.01953 -0.04514 0.01979 -0.04259 C 0.02018 -0.03773 0.02018 -0.03264 0.02083 -0.02778 C 0.02122 -0.02477 0.02226 -0.02176 0.02291 -0.01852 C 0.02356 -0.01505 0.02421 -0.01111 0.025 -0.00741 C 0.02526 -0.00556 0.02552 -0.0037 0.02604 -0.00185 C 0.02669 0.00116 0.02708 0.0044 0.02812 0.00741 C 0.03059 0.01412 0.03632 0.02384 0.03958 0.02963 L 0.05 0.04815 C 0.05403 0.05532 0.05768 0.06227 0.0625 0.06852 C 0.06367 0.07014 0.06523 0.07083 0.06666 0.07222 C 0.07187 0.09074 0.0638 0.06528 0.07708 0.08889 C 0.08632 0.10532 0.07565 0.08681 0.08645 0.1037 C 0.09153 0.11157 0.08736 0.10718 0.09375 0.11482 C 0.09531 0.11667 0.09726 0.11806 0.09895 0.12037 C 0.10013 0.12176 0.10078 0.12431 0.10208 0.12593 C 0.10468 0.1287 0.10755 0.13079 0.11041 0.13333 C 0.11171 0.13449 0.11328 0.13519 0.11458 0.13704 C 0.11914 0.14306 0.12135 0.14722 0.12812 0.14815 L 0.1427 0.15 C 0.15585 0.14931 0.16901 0.14907 0.18229 0.14815 C 0.18567 0.14769 0.1875 0.14491 0.19062 0.14259 C 0.19596 0.13819 0.19661 0.13912 0.20208 0.13333 C 0.20351 0.13171 0.20481 0.12963 0.20625 0.12778 C 0.21158 0.09907 0.20533 0.1287 0.21041 0.11111 C 0.2108 0.10926 0.21106 0.10741 0.21145 0.10556 C 0.21184 0.10301 0.21184 0.10023 0.2125 0.09815 C 0.21315 0.09537 0.21458 0.09306 0.21562 0.09074 C 0.21679 0.07963 0.2177 0.07384 0.2177 0.06111 C 0.2177 0.04745 0.21744 0.0338 0.21666 0.02037 C 0.2164 0.01597 0.2138 0.00602 0.2125 0.00185 C 0.21119 -0.00208 0.20989 -0.00602 0.20833 -0.00926 C 0.20716 -0.01157 0.20533 -0.01273 0.20416 -0.01481 C 0.19843 -0.025 0.20377 -0.0206 0.19791 -0.02407 C 0.19648 -0.02593 0.19518 -0.02847 0.19375 -0.02963 C 0.1901 -0.03287 0.18606 -0.03403 0.18229 -0.03518 C 0.175 -0.03472 0.16757 -0.03449 0.16041 -0.03333 C 0.15898 -0.03333 0.15742 -0.03287 0.15625 -0.03148 C 0.15351 -0.02893 0.15195 -0.02222 0.15 -0.01852 C 0.14869 -0.01643 0.14713 -0.01481 0.14583 -0.01296 C 0.14361 0.00232 0.14622 -0.01296 0.1427 2.96296E-6 C 0.14218 0.00162 0.14205 0.0037 0.14166 0.00556 C 0.14062 0.00972 0.13932 0.01389 0.13854 0.01852 C 0.13802 0.02083 0.13776 0.02338 0.1375 0.02593 C 0.13619 0.03565 0.13619 0.03727 0.13541 0.04815 C 0.13567 0.06412 0.1358 0.08009 0.13645 0.0963 C 0.13658 0.1 0.13658 0.1037 0.1375 0.10741 C 0.13802 0.11019 0.13958 0.11227 0.14062 0.11482 C 0.14088 0.11667 0.14114 0.11852 0.14166 0.12037 C 0.14973 0.14907 0.14401 0.12801 0.14895 0.14259 C 0.15716 0.16713 0.1483 0.14398 0.15937 0.16852 C 0.16015 0.17014 0.16054 0.17245 0.16145 0.17407 C 0.16302 0.17685 0.16497 0.17847 0.16666 0.18148 C 0.16822 0.18426 0.16914 0.18773 0.17083 0.19074 C 0.17434 0.19699 0.17643 0.19907 0.1802 0.2037 C 0.18541 0.21759 0.17838 0.20139 0.18645 0.21111 C 0.18841 0.21343 0.18958 0.21759 0.19166 0.22037 C 0.19244 0.22153 0.19375 0.22153 0.19479 0.22222 C 0.19648 0.22338 0.1983 0.22407 0.2 0.22593 C 0.2125 0.23912 0.19804 0.22778 0.21041 0.23889 C 0.21132 0.23958 0.2125 0.24005 0.21354 0.24074 C 0.21705 0.24306 0.21848 0.24444 0.22187 0.2463 C 0.22317 0.24699 0.2246 0.24722 0.22604 0.24815 C 0.22708 0.24861 0.22799 0.24931 0.22916 0.25 C 0.23059 0.25069 0.23476 0.25208 0.23645 0.2537 C 0.2375 0.25463 0.23828 0.25671 0.23958 0.25741 C 0.24179 0.25857 0.25638 0.26088 0.25729 0.26111 C 0.28645 0.25579 0.26875 0.26019 0.28854 0.2537 C 0.29049 0.25301 0.2927 0.25255 0.29479 0.25185 C 0.29973 0.24977 0.30976 0.24583 0.31562 0.24259 C 0.31731 0.24144 0.31901 0.24005 0.32083 0.23889 C 0.33242 0.21806 0.31328 0.25046 0.32916 0.22963 C 0.34257 0.21157 0.32226 0.23102 0.33645 0.21852 C 0.34674 0.1956 0.33437 0.22454 0.34375 0.1963 C 0.34479 0.19282 0.34648 0.19005 0.34791 0.18704 C 0.34908 0.1794 0.35208 0.16227 0.35208 0.15556 C 0.35208 0.14722 0.35143 0.13912 0.35 0.13148 C 0.34921 0.12755 0.34739 0.12477 0.34583 0.12222 C 0.34427 0.11991 0.33997 0.11528 0.3375 0.11482 C 0.33398 0.11366 0.33046 0.11343 0.32695 0.11296 C 0.32083 0.11343 0.31432 0.11227 0.30833 0.11482 C 0.30507 0.11597 0.3 0.12407 0.3 0.12407 C 0.29856 0.12963 0.29687 0.13495 0.29583 0.14074 C 0.29544 0.14259 0.29375 0.16366 0.29361 0.16482 C 0.29192 0.1838 0.29335 0.16343 0.29166 0.18519 C 0.29114 0.19005 0.29088 0.19491 0.29062 0.2 C 0.29114 0.21181 0.29192 0.24352 0.29479 0.25926 C 0.29544 0.26319 0.29674 0.26667 0.29778 0.27037 C 0.30013 0.27778 0.30325 0.28449 0.3052 0.29259 C 0.30807 0.3044 0.30755 0.30671 0.31341 0.31482 C 0.31432 0.31597 0.31562 0.31597 0.31666 0.31667 C 0.32447 0.33403 0.3164 0.31875 0.32695 0.33148 C 0.33033 0.33519 0.33307 0.34051 0.33645 0.34444 C 0.34934 0.35903 0.36263 0.37315 0.37604 0.38704 C 0.37695 0.38796 0.37812 0.38796 0.37916 0.38889 C 0.38671 0.3956 0.37656 0.38982 0.3875 0.3963 C 0.39062 0.39815 0.39348 0.39838 0.39687 0.4 C 0.40403 0.40301 0.39518 0.40023 0.40416 0.40556 C 0.40572 0.40648 0.40755 0.40671 0.40937 0.40741 C 0.42083 0.40671 0.43229 0.40718 0.44375 0.40556 C 0.44518 0.40532 0.44661 0.40324 0.44791 0.40185 C 0.45182 0.39676 0.45052 0.39514 0.45416 0.38889 C 0.45494 0.38727 0.45625 0.38634 0.45729 0.38519 C 0.45794 0.38333 0.45846 0.38125 0.45937 0.37963 C 0.46028 0.37755 0.46171 0.37616 0.4625 0.37407 C 0.46315 0.37176 0.46315 0.36898 0.46354 0.36667 C 0.46315 0.36134 0.46341 0.34769 0.46145 0.34074 C 0.4608 0.33866 0.46028 0.33657 0.45937 0.33519 C 0.45846 0.3338 0.45729 0.3338 0.45625 0.33333 C 0.4539 0.32917 0.45286 0.32662 0.45 0.32407 C 0.44895 0.32315 0.44791 0.32269 0.44687 0.32222 C 0.44036 0.31875 0.44023 0.31991 0.43125 0.31852 C 0.38489 0.32361 0.40546 0.30486 0.39687 0.32963 C 0.39583 0.33218 0.39479 0.33449 0.39375 0.33704 C 0.39335 0.33935 0.39309 0.3419 0.3927 0.34444 C 0.39231 0.3463 0.39179 0.34792 0.39166 0.35 C 0.39114 0.35347 0.39088 0.35741 0.39062 0.36111 C 0.39101 0.37523 0.39088 0.39537 0.3927 0.41111 C 0.39283 0.41296 0.39309 0.41505 0.39375 0.41667 C 0.39687 0.425 0.39895 0.43611 0.40416 0.44074 C 0.41549 0.45069 0.40156 0.43727 0.41145 0.45 C 0.41263 0.45139 0.41419 0.45232 0.41562 0.4537 C 0.41666 0.45463 0.41757 0.45625 0.41875 0.45741 C 0.42005 0.45857 0.42148 0.45949 0.42291 0.46111 C 0.425 0.46319 0.42695 0.4662 0.42916 0.46852 C 0.43072 0.46991 0.43255 0.47083 0.43437 0.47222 C 0.4375 0.47454 0.44049 0.47732 0.44375 0.47963 C 0.44505 0.48032 0.44648 0.48056 0.44791 0.48148 C 0.45143 0.48357 0.45468 0.48657 0.45833 0.48889 C 0.45937 0.48935 0.46041 0.49005 0.46145 0.49074 C 0.46315 0.4919 0.46484 0.49352 0.46666 0.49444 C 0.46861 0.49537 0.47083 0.4956 0.47291 0.4963 C 0.4746 0.49676 0.4763 0.49745 0.47812 0.49815 C 0.4888 0.49745 0.4996 0.49722 0.51041 0.4963 C 0.51145 0.49607 0.5125 0.49514 0.51354 0.49444 C 0.5177 0.49144 0.52161 0.48704 0.52604 0.48519 C 0.53177 0.48241 0.53046 0.48357 0.53736 0.47778 C 0.54088 0.47477 0.54466 0.47222 0.54791 0.46852 C 0.55169 0.46389 0.55351 0.46157 0.55833 0.45741 C 0.56132 0.45463 0.56445 0.45232 0.5677 0.45 C 0.56861 0.44907 0.56979 0.44884 0.5707 0.44815 C 0.572 0.44699 0.57747 0.44097 0.57903 0.43889 C 0.58229 0.43449 0.58632 0.43171 0.58854 0.42593 C 0.58919 0.42407 0.58971 0.42176 0.59049 0.42037 C 0.5927 0.41644 0.59739 0.41181 0.6 0.40926 C 0.60065 0.40741 0.6013 0.40532 0.60208 0.4037 C 0.60299 0.40116 0.60494 0.39931 0.6052 0.3963 C 0.60572 0.38819 0.60585 0.37963 0.60403 0.37222 C 0.60312 0.36806 0.60026 0.3662 0.59791 0.36482 C 0.59075 0.36042 0.59947 0.36528 0.58854 0.36111 C 0.58736 0.36065 0.58645 0.35949 0.58541 0.35926 C 0.58255 0.35833 0.57981 0.35787 0.57708 0.35741 C 0.5694 0.35787 0.56158 0.35671 0.55403 0.35926 C 0.55169 0.35995 0.54791 0.36667 0.54791 0.36667 C 0.54622 0.38079 0.54726 0.37269 0.54479 0.39074 L 0.54375 0.39815 C 0.54401 0.40417 0.54375 0.41065 0.54479 0.41667 C 0.54518 0.41898 0.54687 0.42014 0.54791 0.42222 C 0.55364 0.43449 0.54414 0.42014 0.55625 0.43704 C 0.55885 0.44074 0.56119 0.44607 0.56458 0.44815 C 0.56809 0.45023 0.57109 0.45208 0.575 0.4537 C 0.57695 0.4544 0.57903 0.45486 0.58125 0.45556 C 0.59843 0.45486 0.61757 0.46296 0.63437 0.45185 C 0.63606 0.45046 0.63776 0.44931 0.63958 0.44815 C 0.64335 0.4412 0.64322 0.44051 0.64882 0.43519 C 0.64986 0.43403 0.65104 0.4338 0.65195 0.43333 C 0.65338 0.43079 0.65455 0.42755 0.65625 0.42593 C 0.66015 0.42153 0.66536 0.4206 0.66861 0.41482 C 0.67005 0.41227 0.67135 0.40949 0.67291 0.40741 C 0.68151 0.39398 0.66783 0.41991 0.68216 0.39444 C 0.68307 0.39282 0.68359 0.39051 0.68437 0.38889 C 0.68528 0.38634 0.68645 0.3838 0.68736 0.38148 C 0.69505 0.3625 0.68242 0.39259 0.6927 0.36852 C 0.69296 0.36667 0.69348 0.36482 0.69361 0.36296 C 0.69414 0.35926 0.69427 0.35532 0.69479 0.35185 C 0.69505 0.34931 0.69544 0.34676 0.6957 0.34444 C 0.69544 0.31852 0.69531 0.29236 0.69479 0.26667 C 0.69466 0.26458 0.6944 0.26227 0.69361 0.26111 C 0.69257 0.25903 0.69088 0.25857 0.68958 0.25741 C 0.68815 0.2537 0.68697 0.24954 0.68528 0.2463 C 0.68424 0.24398 0.68255 0.24259 0.68125 0.24074 C 0.68007 0.23889 0.67916 0.23657 0.67812 0.23519 C 0.67604 0.23241 0.67421 0.22894 0.67187 0.22778 L 0.66458 0.22407 C 0.66341 0.22338 0.6625 0.22245 0.66145 0.22222 C 0.65911 0.2213 0.64544 0.21875 0.64361 0.21852 C 0.63528 0.21898 0.62695 0.21806 0.61861 0.22037 C 0.6164 0.22083 0.61341 0.22778 0.61236 0.23148 C 0.61015 0.23982 0.60742 0.24815 0.60625 0.25741 C 0.60533 0.26319 0.60468 0.26782 0.60403 0.27407 C 0.60364 0.27894 0.60338 0.2838 0.60312 0.28889 C 0.60403 0.30532 0.60143 0.30602 0.60833 0.31296 C 0.60924 0.31389 0.61471 0.31759 0.61666 0.31852 C 0.6194 0.31968 0.625 0.32222 0.625 0.32222 C 0.63255 0.32153 0.64023 0.3213 0.64791 0.32037 C 0.6496 0.31991 0.65143 0.31944 0.65312 0.31852 C 0.65598 0.31644 0.65859 0.31343 0.66145 0.31111 C 0.66445 0.30833 0.66783 0.30671 0.6707 0.3037 C 0.67265 0.30162 0.67421 0.29838 0.67604 0.2963 C 0.6776 0.29421 0.67955 0.29259 0.68125 0.29074 C 0.68437 0.28657 0.68906 0.27917 0.69166 0.27407 C 0.69348 0.26991 0.69505 0.26528 0.69687 0.26111 C 0.69947 0.25463 0.70234 0.24861 0.7052 0.24259 C 0.70651 0.23935 0.7082 0.23657 0.70937 0.23333 C 0.71796 0.20741 0.70742 0.23982 0.71458 0.21482 C 0.72135 0.19051 0.71432 0.21991 0.71979 0.1963 C 0.72005 0.1919 0.72018 0.1875 0.7207 0.18333 C 0.72122 0.1794 0.72226 0.17593 0.72291 0.17222 C 0.72369 0.16713 0.72434 0.16227 0.725 0.15741 C 0.72578 0.15 0.72695 0.13519 0.72695 0.13519 C 0.72669 0.12778 0.72643 0.12014 0.72604 0.11296 C 0.72578 0.10972 0.72578 0.10648 0.725 0.1037 C 0.72421 0.10116 0.72291 0.1 0.72187 0.09815 C 0.72148 0.09491 0.72135 0.09167 0.7207 0.08889 C 0.72044 0.08704 0.71575 0.07639 0.71549 0.07593 C 0.71445 0.07292 0.71158 0.06458 0.71028 0.06296 C 0.7095 0.06157 0.70833 0.06157 0.70716 0.06111 C 0.70442 0.05972 0.69882 0.05741 0.69882 0.05741 L 0.68437 0.05926 C 0.68216 0.06065 0.68203 0.06644 0.68125 0.07037 C 0.67786 0.08449 0.68007 0.07986 0.67695 0.0963 L 0.67604 0.10185 C 0.67695 0.11088 0.67708 0.12222 0.68125 0.12963 C 0.68229 0.13148 0.68398 0.13194 0.68528 0.13333 C 0.68645 0.13426 0.68736 0.13588 0.68854 0.13704 C 0.68984 0.13819 0.69127 0.13935 0.6927 0.14074 C 0.69375 0.14167 0.69453 0.14375 0.6957 0.14444 C 0.69947 0.14583 0.70338 0.1456 0.70716 0.1463 C 0.71523 0.1456 0.7233 0.1463 0.73125 0.14444 C 0.73346 0.14375 0.73515 0.14005 0.73736 0.13889 C 0.73984 0.1375 0.74231 0.1375 0.74479 0.13704 C 0.74648 0.13565 0.7483 0.13472 0.75 0.13333 C 0.75104 0.13218 0.75195 0.13032 0.75312 0.12963 C 0.75546 0.12778 0.75794 0.12708 0.76028 0.12593 C 0.76171 0.12407 0.76289 0.12153 0.76458 0.12037 C 0.76679 0.11829 0.7694 0.11806 0.77187 0.11667 C 0.7733 0.11551 0.7746 0.11412 0.77604 0.11296 C 0.77994 0.1044 0.78164 0.10185 0.78437 0.09259 C 0.78945 0.07431 0.78359 0.09051 0.78854 0.07778 C 0.7901 0.06273 0.78841 0.07384 0.79166 0.06111 C 0.79335 0.0537 0.79687 0.03889 0.79687 0.03889 C 0.79713 0.03449 0.79752 0.03009 0.79791 0.02593 C 0.79817 0.02037 0.79843 0.01458 0.79882 0.00926 C 0.80377 -0.04838 0.79882 0.01875 0.80195 -0.02593 C 0.8013 -0.03588 0.8013 -0.04606 0.8 -0.05556 C 0.79947 -0.05856 0.79791 -0.06065 0.79687 -0.06296 C 0.79296 -0.07153 0.78854 -0.08125 0.78333 -0.08704 C 0.78203 -0.08843 0.78046 -0.08819 0.77903 -0.08889 C 0.77734 -0.09005 0.77565 -0.09143 0.77382 -0.09259 C 0.77005 -0.09213 0.76627 -0.0919 0.76236 -0.09074 C 0.76132 -0.09051 0.76015 -0.09028 0.75937 -0.08889 C 0.75833 -0.0875 0.75794 -0.08518 0.75716 -0.08333 C 0.7569 -0.07963 0.75625 -0.07616 0.75625 -0.07222 C 0.75625 -0.0581 0.75664 -0.04398 0.75716 -0.02963 C 0.75729 -0.02778 0.75781 -0.02593 0.75833 -0.02407 C 0.75976 -0.01782 0.76106 -0.01343 0.76458 -0.00926 C 0.76822 -0.00486 0.77005 -0.00625 0.77382 -0.0037 C 0.77643 -0.00231 0.77877 2.96296E-6 0.78125 0.00185 C 0.78958 0.00116 0.79791 0.00139 0.80625 2.96296E-6 C 0.81393 -0.00162 0.82031 -0.00393 0.82695 -0.00926 C 0.82981 -0.01157 0.83255 -0.01458 0.83528 -0.01667 C 0.83802 -0.01898 0.84101 -0.01991 0.84361 -0.02222 C 0.847 -0.02546 0.85 -0.0294 0.85312 -0.03333 C 0.86914 -0.05486 0.84479 -0.02546 0.85937 -0.04259 C 0.86106 -0.04722 0.86236 -0.04977 0.86236 -0.05556 C 0.86236 -0.1375 0.86705 -0.11389 0.85937 -0.14815 C 0.85898 -0.1537 0.85872 -0.15949 0.85833 -0.16481 C 0.85807 -0.1669 0.85794 -0.16898 0.85716 -0.17037 C 0.85664 -0.17176 0.85065 -0.18009 0.84882 -0.18148 C 0.84739 -0.18287 0.84296 -0.18472 0.84166 -0.18518 C 0.83815 -0.18333 0.83437 -0.18287 0.83125 -0.17963 C 0.8302 -0.1787 0.82994 -0.17616 0.8302 -0.17407 C 0.83138 -0.16157 0.83268 -0.14907 0.83528 -0.13704 C 0.83632 -0.1331 0.83867 -0.13056 0.84049 -0.12778 C 0.84609 -0.11991 0.84661 -0.1206 0.85312 -0.11667 C 0.85742 -0.11713 0.87265 -0.1162 0.87916 -0.12222 C 0.88281 -0.12593 0.88606 -0.13102 0.88958 -0.13518 C 0.89869 -0.15972 0.88945 -0.13681 0.89687 -0.15185 C 0.89791 -0.1544 0.89869 -0.15718 0.9 -0.15926 C 0.9026 -0.16458 0.90507 -0.16991 0.90833 -0.17407 L 0.9125 -0.17963 " pathEditMode="relative" ptsTypes="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5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1250"/>
                            </p:stCondLst>
                            <p:childTnLst>
                              <p:par>
                                <p:cTn id="63" presetID="0" presetClass="path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66667E-6 5.55556E-6 L -1.66667E-6 -0.03379 C -0.01146 -0.0361 0.00247 -0.03356 -0.02187 -0.03564 C -0.02331 -0.03564 -0.02656 -0.0368 -0.02812 -0.03726 C -0.02969 -0.03749 -0.03125 -0.03772 -0.03281 -0.03819 C -0.0401 -0.03772 -0.04739 -0.03796 -0.05469 -0.03726 C -0.05599 -0.03703 -0.05716 -0.03587 -0.05846 -0.03564 C -0.06185 -0.03448 -0.06042 -0.03518 -0.06276 -0.03379 L -0.06706 -0.03472 C -0.06875 -0.03495 -0.07057 -0.03448 -0.07226 -0.03564 C -0.07266 -0.03587 -0.07213 -0.03749 -0.07174 -0.03819 C -0.07122 -0.03888 -0.07044 -0.03865 -0.06979 -0.03888 C -0.06484 -0.04166 -0.06901 -0.04027 -0.06276 -0.04143 C -0.06211 -0.04166 -0.06146 -0.04212 -0.06081 -0.04235 C -0.06003 -0.04259 -0.05924 -0.04282 -0.05846 -0.04305 C -0.05794 -0.04328 -0.05755 -0.04374 -0.05703 -0.04397 C -0.05573 -0.04467 -0.05325 -0.0456 -0.05325 -0.0456 C -0.05234 -0.04675 -0.05091 -0.04814 -0.05039 -0.04999 C -0.04987 -0.05138 -0.04948 -0.05485 -0.04948 -0.05485 C -0.04961 -0.05833 -0.04961 -0.0618 -0.04987 -0.06504 C -0.05013 -0.06689 -0.05052 -0.06851 -0.05091 -0.07013 L -0.0513 -0.07268 C -0.05299 -0.09305 -0.0513 -0.07106 -0.05221 -0.1199 C -0.05234 -0.12245 -0.0526 -0.12499 -0.05273 -0.12754 C -0.05299 -0.13263 -0.05312 -0.13772 -0.05325 -0.14259 C -0.05312 -0.14722 -0.05299 -0.15161 -0.05273 -0.15624 C -0.05273 -0.15717 -0.05234 -0.15786 -0.05221 -0.15879 C -0.05208 -0.16041 -0.05195 -0.16203 -0.05182 -0.16388 C -0.05169 -0.16735 -0.0513 -0.17106 -0.0513 -0.17476 C -0.0513 -0.18286 -0.05156 -0.1912 -0.05182 -0.1993 C -0.05182 -0.20022 -0.05195 -0.20115 -0.05221 -0.20185 C -0.0526 -0.20254 -0.05325 -0.203 -0.05364 -0.20347 C -0.05391 -0.20439 -0.05391 -0.20532 -0.05417 -0.20601 C -0.05534 -0.20833 -0.05703 -0.20763 -0.05846 -0.20925 L -0.05989 -0.2111 C -0.06055 -0.21087 -0.06237 -0.21041 -0.06172 -0.21018 C -0.05612 -0.20856 -0.05443 -0.20925 -0.04948 -0.21018 C -0.0487 -0.2111 -0.04713 -0.21249 -0.047 -0.21435 C -0.04687 -0.21689 -0.04726 -0.21944 -0.04753 -0.22198 C -0.04779 -0.22384 -0.04818 -0.22546 -0.04844 -0.22708 C -0.0487 -0.228 -0.04883 -0.2287 -0.04896 -0.22962 C -0.04922 -0.2324 -0.04948 -0.23448 -0.04987 -0.23726 C -0.05 -0.23796 -0.05013 -0.23888 -0.05039 -0.23981 C -0.05078 -0.24073 -0.05143 -0.24143 -0.05182 -0.24235 C -0.05221 -0.24305 -0.05338 -0.24722 -0.05417 -0.24722 C -0.05924 -0.24837 -0.06432 -0.24791 -0.0694 -0.24814 C -0.07109 -0.24837 -0.07292 -0.2486 -0.07461 -0.24907 C -0.07721 -0.24953 -0.07734 -0.25046 -0.08034 -0.25069 C -0.09075 -0.25115 -0.10117 -0.25115 -0.11159 -0.25161 C -0.11419 -0.25185 -0.11667 -0.25185 -0.11927 -0.25231 C -0.12018 -0.25254 -0.122 -0.25416 -0.122 -0.25416 C -0.12318 -0.26041 -0.12213 -0.25393 -0.12344 -0.26666 C -0.12422 -0.27384 -0.12461 -0.28101 -0.12591 -0.28772 C -0.12604 -0.28865 -0.12682 -0.28842 -0.12721 -0.28865 C -0.12799 -0.28911 -0.12891 -0.28935 -0.12969 -0.28958 C -0.13307 -0.28935 -0.13659 -0.28911 -0.1401 -0.28865 C -0.14062 -0.28865 -0.14114 -0.28842 -0.14154 -0.28772 C -0.14193 -0.28726 -0.14219 -0.2861 -0.14245 -0.28518 C -0.14297 -0.27939 -0.14336 -0.27893 -0.14245 -0.27175 C -0.14232 -0.2706 -0.1418 -0.26944 -0.14154 -0.26851 C -0.14167 -0.26735 -0.1418 -0.2662 -0.14193 -0.26504 C -0.14219 -0.26411 -0.14284 -0.26342 -0.14297 -0.26249 C -0.1431 -0.25948 -0.14232 -0.25786 -0.14154 -0.25578 C -0.14167 -0.25485 -0.14167 -0.25393 -0.14193 -0.25323 C -0.14323 -0.25046 -0.14401 -0.25069 -0.14583 -0.24976 C -0.15013 -0.24467 -0.14544 -0.24953 -0.15716 -0.24722 C -0.1582 -0.24722 -0.15911 -0.24629 -0.16003 -0.2456 L -0.16146 -0.2449 L -0.16289 -0.24397 C -0.16523 -0.25022 -0.16211 -0.24282 -0.16575 -0.24814 C -0.16614 -0.24884 -0.16641 -0.24976 -0.16667 -0.25069 C -0.1668 -0.25624 -0.16693 -0.26203 -0.16719 -0.26759 C -0.16732 -0.27152 -0.16732 -0.27546 -0.16758 -0.27939 C -0.16771 -0.28124 -0.16823 -0.28286 -0.16862 -0.28448 C -0.16927 -0.28796 -0.16875 -0.28634 -0.17005 -0.28958 C -0.17018 -0.29073 -0.17031 -0.29166 -0.17044 -0.29282 C -0.1707 -0.29467 -0.17135 -0.29791 -0.17135 -0.29791 C -0.17135 -0.30022 -0.17148 -0.30717 -0.17044 -0.31064 C -0.17018 -0.31157 -0.16992 -0.31226 -0.16953 -0.31319 C -0.16862 -0.31481 -0.16667 -0.31828 -0.16667 -0.31828 C -0.16654 -0.31897 -0.16654 -0.3199 -0.16614 -0.32083 C -0.16588 -0.32175 -0.16523 -0.32245 -0.16471 -0.32337 C -0.16445 -0.32407 -0.16419 -0.32499 -0.1638 -0.32569 C -0.16393 -0.32661 -0.16406 -0.32754 -0.16432 -0.32823 C -0.16484 -0.33009 -0.16614 -0.33333 -0.16614 -0.33333 C -0.16641 -0.33448 -0.16654 -0.33564 -0.16667 -0.3368 C -0.1668 -0.33772 -0.16706 -0.33842 -0.16719 -0.33935 C -0.16745 -0.34235 -0.16745 -0.34536 -0.16758 -0.3486 C -0.16745 -0.35416 -0.16745 -0.35995 -0.16719 -0.3655 C -0.16706 -0.36712 -0.16693 -0.36921 -0.16614 -0.3706 C -0.16575 -0.37129 -0.16536 -0.37245 -0.16471 -0.37314 C -0.16393 -0.37384 -0.16198 -0.37476 -0.16198 -0.37476 C -0.16016 -0.37453 -0.15846 -0.37453 -0.15664 -0.37384 C -0.15612 -0.3736 -0.15573 -0.37268 -0.15534 -0.37222 C -0.15482 -0.37175 -0.1543 -0.37152 -0.15391 -0.37129 C -0.15052 -0.37337 -0.15169 -0.37175 -0.15 -0.37476 L -0.15 -0.37476 L -0.14766 -0.37546 L -0.14766 -0.37546 " pathEditMode="relative" ptsTypes="AAAAAAAAAAAAAAAAAAAAAAAAAAAAAAAAAAAAAAAAAAAAAAAAAAAAAAAAAAAAAAAAAAAAAAAAAAAAAAAAAAAAAAAAAAAAAAAAAAA">
                                      <p:cBhvr>
                                        <p:cTn id="64" dur="8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0313 0.15949 L -0.6 0.15579 L -0.56563 0.15764 C -0.56342 0.15764 -0.5487 0.16065 -0.54584 0.16134 C -0.5448 0.1618 -0.54389 0.16273 -0.54271 0.16319 C -0.54076 0.16389 -0.53855 0.16389 -0.53646 0.16504 C -0.53503 0.16574 -0.53386 0.16759 -0.5323 0.16875 C -0.5293 0.17083 -0.52605 0.17245 -0.52292 0.1743 C -0.52188 0.17477 -0.52097 0.17569 -0.5198 0.17616 C -0.51771 0.17662 -0.51563 0.17708 -0.51355 0.17801 C -0.51146 0.17893 -0.50951 0.18102 -0.5073 0.18171 C -0.50495 0.18217 -0.50248 0.18264 -0.5 0.18356 C -0.49375 0.18542 -0.49636 0.18495 -0.49063 0.18727 C -0.48894 0.18773 -0.48724 0.18842 -0.48542 0.18912 C -0.48412 0.18958 -0.48269 0.19028 -0.48125 0.19097 C -0.47292 0.19398 -0.4711 0.19375 -0.46355 0.19838 C -0.46185 0.1993 -0.46003 0.20046 -0.45834 0.20208 C -0.45209 0.20787 -0.44467 0.21157 -0.43959 0.2206 C -0.43855 0.22245 -0.43777 0.22454 -0.43646 0.22616 C -0.43464 0.22824 -0.43217 0.22893 -0.43021 0.23171 C -0.42579 0.23773 -0.4237 0.24583 -0.41875 0.25023 C -0.41784 0.25092 -0.41667 0.25139 -0.41563 0.25208 C -0.41459 0.25393 -0.41368 0.25579 -0.4125 0.25764 C -0.4112 0.25949 -0.40951 0.26065 -0.40834 0.26319 C -0.40704 0.26574 -0.40665 0.26991 -0.40521 0.27245 C -0.40417 0.2743 -0.40235 0.2743 -0.40105 0.27616 C -0.39102 0.29028 -0.39883 0.28472 -0.39167 0.28912 C -0.39141 0.29097 -0.39128 0.29282 -0.39063 0.29467 C -0.38399 0.31366 -0.38868 0.29606 -0.38438 0.30949 C -0.38204 0.3169 -0.38204 0.31875 -0.38021 0.32801 C -0.37878 0.33588 -0.37956 0.33148 -0.37813 0.34097 C -0.37852 0.35764 -0.37865 0.3743 -0.37917 0.39097 C -0.37956 0.39954 -0.38086 0.39838 -0.38334 0.40579 C -0.38425 0.4081 -0.38477 0.41065 -0.38542 0.41319 C -0.38829 0.42176 -0.38672 0.41574 -0.39063 0.4243 C -0.39506 0.43356 -0.39011 0.42662 -0.39584 0.43356 C -0.39662 0.43542 -0.3974 0.43704 -0.39792 0.43912 C -0.39844 0.44074 -0.39844 0.44305 -0.39896 0.44467 C -0.40235 0.45301 -0.40821 0.45717 -0.4125 0.46319 C -0.41394 0.46504 -0.41511 0.46759 -0.41667 0.46875 C -0.41875 0.47014 -0.42084 0.46991 -0.42292 0.4706 C -0.42474 0.47245 -0.42644 0.47407 -0.42813 0.47616 C -0.4293 0.47731 -0.43021 0.47893 -0.43125 0.47986 C -0.43438 0.48194 -0.4379 0.48194 -0.44063 0.48542 C -0.44349 0.48866 -0.44375 0.48958 -0.44688 0.49097 C -0.44896 0.49167 -0.45118 0.4919 -0.45313 0.49282 C -0.4543 0.49305 -0.45534 0.49375 -0.45625 0.49467 C -0.46237 0.5 -0.45625 0.49699 -0.46355 0.50208 C -0.46889 0.50555 -0.47878 0.50532 -0.4823 0.50579 C -0.48034 0.5044 -0.47761 0.50347 -0.47605 0.50023 C -0.4754 0.49861 -0.47553 0.49629 -0.475 0.49467 C -0.47448 0.49259 -0.47383 0.49074 -0.47292 0.48912 C -0.46928 0.48125 -0.47058 0.48495 -0.46563 0.47986 C -0.46355 0.47754 -0.46146 0.47477 -0.45938 0.47245 C -0.45834 0.47106 -0.4573 0.46991 -0.45625 0.46875 C -0.45495 0.4669 -0.45092 0.46528 -0.45209 0.46319 C -0.45352 0.46065 -0.46094 0.47153 -0.46146 0.47245 C -0.46563 0.47685 -0.46537 0.47454 -0.46875 0.47986 C -0.46993 0.48148 -0.47071 0.48379 -0.47188 0.48542 C -0.47292 0.48634 -0.47409 0.48611 -0.475 0.48727 C -0.47722 0.48935 -0.48125 0.49467 -0.48125 0.49467 C -0.48165 0.49653 -0.4823 0.50208 -0.4823 0.50023 C -0.4823 0.49699 -0.48178 0.49398 -0.48125 0.49097 C -0.48047 0.48495 -0.47878 0.47917 -0.47709 0.4743 C -0.47657 0.47222 -0.47579 0.4706 -0.475 0.46875 C -0.47435 0.46366 -0.47292 0.45463 -0.47292 0.45023 C -0.47292 0.4081 -0.4737 0.42315 -0.475 0.39467 C -0.47553 0.38542 -0.47566 0.37592 -0.47605 0.3669 C -0.47631 0.3625 -0.47683 0.3581 -0.47709 0.35393 C -0.47761 0.34699 -0.47761 0.34028 -0.47813 0.33356 C -0.47839 0.33148 -0.47891 0.32986 -0.47917 0.32801 C -0.47995 0.32315 -0.48021 0.31944 -0.48125 0.31504 C -0.48191 0.3125 -0.48282 0.31018 -0.48334 0.30764 C -0.48855 0.28333 -0.47917 0.32014 -0.48646 0.29097 C -0.49389 0.26157 -0.48399 0.30162 -0.49063 0.27801 C -0.49115 0.27616 -0.49128 0.27407 -0.49167 0.27245 C -0.49232 0.27037 -0.49323 0.26875 -0.49375 0.2669 C -0.49428 0.26504 -0.49428 0.26296 -0.4948 0.26134 C -0.49571 0.25903 -0.49688 0.25764 -0.49792 0.25579 C -0.5 0.24514 -0.4974 0.25393 -0.50209 0.24838 C -0.50339 0.24676 -0.50417 0.24444 -0.50521 0.24282 C -0.51081 0.23449 -0.50586 0.24282 -0.51146 0.23727 C -0.51368 0.23495 -0.51537 0.23079 -0.51771 0.22986 C -0.52006 0.2287 -0.5267 0.22592 -0.52813 0.2243 C -0.53594 0.21504 -0.53204 0.21759 -0.53959 0.21504 C -0.54141 0.21319 -0.54297 0.21088 -0.5448 0.20949 C -0.54688 0.20787 -0.54896 0.20694 -0.55105 0.20579 C -0.55209 0.20509 -0.55326 0.20486 -0.55417 0.20393 C -0.55599 0.20208 -0.55769 0.19977 -0.55938 0.19838 C -0.56042 0.19745 -0.56146 0.19699 -0.5625 0.19653 C -0.56537 0.19514 -0.56823 0.19421 -0.57084 0.19282 C -0.57292 0.19143 -0.575 0.19004 -0.57709 0.18912 C -0.57852 0.18842 -0.57995 0.18796 -0.58125 0.18727 C -0.58347 0.18611 -0.58542 0.18472 -0.5875 0.18356 L -0.59375 0.17986 C -0.5948 0.17917 -0.59597 0.1787 -0.59688 0.17801 C -0.59831 0.17662 -0.59961 0.17523 -0.60105 0.1743 C -0.60248 0.17338 -0.60391 0.17315 -0.60521 0.17245 C -0.60639 0.17176 -0.6073 0.17106 -0.60834 0.1706 C -0.6112 0.16921 -0.61394 0.16805 -0.61667 0.1669 L -0.62084 0.16504 C -0.6198 0.16366 -0.61902 0.16157 -0.61771 0.16134 C -0.61055 0.15972 -0.61068 0.16551 -0.60625 0.1743 C -0.60365 0.1794 -0.60235 0.18102 -0.59896 0.18542 C -0.59805 0.18657 -0.59701 0.18796 -0.59584 0.18912 C -0.59493 0.18981 -0.59375 0.19028 -0.59271 0.19097 C -0.59375 0.18958 -0.59857 0.18287 -0.6 0.18171 C -0.60105 0.18079 -0.60209 0.18032 -0.60313 0.17986 C -0.60391 0.17801 -0.60417 0.17546 -0.60521 0.1743 C -0.60717 0.17222 -0.60938 0.17176 -0.61146 0.1706 C -0.6125 0.16991 -0.61368 0.16967 -0.61459 0.16875 C -0.61563 0.16736 -0.6168 0.1662 -0.61771 0.16504 C -0.61915 0.16319 -0.62058 0.16111 -0.62188 0.15949 C -0.62396 0.15671 -0.62813 0.15208 -0.62813 0.15208 L -0.62813 0.15208 " pathEditMode="relative" ptsTypes="AAAAAAAAAAAAAAAAAAAAAAAAAAAAAAAAAAAAAAAAAAAAAAAAAAAAAAAAAAAAAAAAAAAAAAAAAAAAAAAAAAAAAAAAAAAAAAAAAAAAAAAAAAAAAAAAAAA">
                                      <p:cBhvr>
                                        <p:cTn id="66" dur="6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8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250"/>
                            </p:stCondLst>
                            <p:childTnLst>
                              <p:par>
                                <p:cTn id="7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600" y="1815991"/>
            <a:ext cx="1166028" cy="116602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8698" y="1617911"/>
            <a:ext cx="1276153" cy="156218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40" y="1524000"/>
            <a:ext cx="4522296" cy="478789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18" y="1783115"/>
            <a:ext cx="454440" cy="4419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211839">
            <a:off x="1263250" y="1012714"/>
            <a:ext cx="1102772" cy="10225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260" y="586935"/>
            <a:ext cx="1920751" cy="909058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6930" y="925219"/>
            <a:ext cx="4641368" cy="9342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393" y="1407672"/>
            <a:ext cx="1187598" cy="1192876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1572" y="1584313"/>
            <a:ext cx="934717" cy="87675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1022" y="1699964"/>
            <a:ext cx="505071" cy="505071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0651" y="867321"/>
            <a:ext cx="3389766" cy="1006568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1077972" y="2929483"/>
            <a:ext cx="923654" cy="891164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389" y="4373649"/>
            <a:ext cx="1166028" cy="1134082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29321" y="925219"/>
            <a:ext cx="5845045" cy="987026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52185" y="4795846"/>
            <a:ext cx="561353" cy="380129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98939" y="3093383"/>
            <a:ext cx="2519073" cy="145452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28252" y="3375065"/>
            <a:ext cx="923925" cy="809625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5871946">
            <a:off x="8725324" y="4395796"/>
            <a:ext cx="1772552" cy="80010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70141" y="3568062"/>
            <a:ext cx="725439" cy="829073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6520" y="2004443"/>
            <a:ext cx="756230" cy="969253"/>
          </a:xfrm>
          <a:prstGeom prst="rect">
            <a:avLst/>
          </a:prstGeom>
        </p:spPr>
      </p:pic>
      <p:pic>
        <p:nvPicPr>
          <p:cNvPr id="335" name="图片 33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28252" y="3037293"/>
            <a:ext cx="978168" cy="1352058"/>
          </a:xfrm>
          <a:prstGeom prst="rect">
            <a:avLst/>
          </a:prstGeom>
        </p:spPr>
      </p:pic>
      <p:pic>
        <p:nvPicPr>
          <p:cNvPr id="339" name="图片 33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84680" y="731258"/>
            <a:ext cx="3088486" cy="1070268"/>
          </a:xfrm>
          <a:prstGeom prst="rect">
            <a:avLst/>
          </a:prstGeom>
        </p:spPr>
      </p:pic>
      <p:pic>
        <p:nvPicPr>
          <p:cNvPr id="356" name="图片 35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71572" y="1506318"/>
            <a:ext cx="802419" cy="829620"/>
          </a:xfrm>
          <a:prstGeom prst="rect">
            <a:avLst/>
          </a:prstGeom>
        </p:spPr>
      </p:pic>
      <p:pic>
        <p:nvPicPr>
          <p:cNvPr id="357" name="图片 35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40680" y="925219"/>
            <a:ext cx="2772858" cy="95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6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81481E-6 L 3.95833E-6 -4.81481E-6 L 0.00781 0.00325 C 0.00898 0.00371 0.01015 0.00394 0.01133 0.00487 C 0.0125 0.00556 0.01367 0.00672 0.01471 0.00787 C 0.01562 0.0088 0.0164 0.01042 0.01732 0.01088 C 0.01966 0.01204 0.022 0.01181 0.02435 0.0125 C 0.02552 0.01297 0.02669 0.01366 0.02786 0.01412 C 0.04114 0.01829 0.0263 0.01227 0.04088 0.01875 C 0.04323 0.01968 0.04557 0.0213 0.04791 0.02176 L 0.06627 0.025 C 0.07656 0.0294 0.07578 0.02963 0.08984 0.03264 C 0.09349 0.03357 0.09739 0.03357 0.10117 0.03426 C 0.10403 0.03473 0.1069 0.03519 0.10989 0.03588 L 0.14557 0.03264 C 0.14791 0.03241 0.15026 0.03172 0.1526 0.03102 C 0.15547 0.03033 0.16133 0.02801 0.16133 0.02801 C 0.1625 0.02709 0.16354 0.02547 0.16484 0.025 C 0.16771 0.02338 0.17357 0.02176 0.17357 0.02176 C 0.175 0.02084 0.17656 0.02014 0.17786 0.01875 C 0.1789 0.0176 0.17956 0.01551 0.18047 0.01412 C 0.18125 0.01297 0.18229 0.01204 0.18307 0.01088 C 0.18372 0.0088 0.18398 0.00649 0.18489 0.00487 C 0.18555 0.00325 0.18672 0.00278 0.1875 0.00162 C 0.19375 -0.00717 0.18385 0.0051 0.1918 -0.00463 C 0.19362 -0.00949 0.19648 -0.01736 0.19883 -0.02152 C 0.19961 -0.02291 0.20052 -0.02361 0.20143 -0.02476 C 0.20208 -0.02685 0.20273 -0.0287 0.20312 -0.03078 C 0.20351 -0.0324 0.20364 -0.03402 0.20403 -0.03564 C 0.20456 -0.03726 0.20521 -0.03865 0.20586 -0.04027 C 0.20612 -0.04236 0.20638 -0.04444 0.20664 -0.04629 C 0.20729 -0.05 0.20859 -0.05578 0.20924 -0.05879 C 0.20976 -0.06088 0.21041 -0.06296 0.21107 -0.06504 C 0.21289 -0.08796 0.21289 -0.08402 0.21107 -0.12083 C 0.21094 -0.12314 0.20989 -0.125 0.20924 -0.12708 C 0.20898 -0.13009 0.20885 -0.13333 0.20846 -0.13634 C 0.20807 -0.13958 0.20677 -0.14467 0.20586 -0.14722 C 0.20508 -0.1493 0.2039 -0.15115 0.20312 -0.15347 C 0.20247 -0.15532 0.20221 -0.15763 0.20143 -0.15949 C 0.20104 -0.16088 0.20026 -0.16157 0.19974 -0.16273 C 0.19492 -0.17268 0.19818 -0.16805 0.19362 -0.17361 C 0.19271 -0.17569 0.19219 -0.17824 0.19101 -0.17963 C 0.18138 -0.19213 0.18711 -0.18125 0.18047 -0.18912 C 0.17969 -0.19004 0.17877 -0.1912 0.17786 -0.19213 C 0.17708 -0.19282 0.17617 -0.19328 0.17526 -0.19375 C 0.17148 -0.1956 0.16771 -0.19652 0.16393 -0.19838 C 0.16302 -0.19884 0.16224 -0.19953 0.16133 -0.2 C 0.15989 -0.20046 0.15833 -0.20069 0.1569 -0.20138 C 0.15612 -0.20185 0.15521 -0.20254 0.1543 -0.203 C 0.15312 -0.20347 0.15195 -0.20393 0.15091 -0.20463 C 0.15 -0.20509 0.14909 -0.20555 0.14818 -0.20601 C 0.14674 -0.20717 0.14544 -0.20856 0.14388 -0.20925 C 0.13984 -0.21064 0.13568 -0.21111 0.13164 -0.21226 C 0.13021 -0.21273 0.12877 -0.21342 0.12734 -0.21388 L 0.05221 -0.21226 C 0.04935 -0.21226 0.05807 -0.21296 0.06094 -0.21388 C 0.08581 -0.22222 0.04219 -0.21157 0.07318 -0.21851 L 0.0793 -0.22152 C 0.08047 -0.22222 0.08164 -0.22291 0.08281 -0.22314 C 0.08633 -0.22384 0.08984 -0.22407 0.09323 -0.22476 C 0.10143 -0.22824 0.09127 -0.22407 0.10195 -0.22777 C 0.10312 -0.22824 0.1043 -0.22893 0.10547 -0.22939 C 0.10781 -0.23009 0.11484 -0.23078 0.1125 -0.23078 C 0.10989 -0.23078 0.10729 -0.22986 0.10456 -0.22939 C 0.09466 -0.225 0.1069 -0.23101 0.09857 -0.22476 C 0.09739 -0.22384 0.09622 -0.22384 0.09505 -0.22314 C 0.09414 -0.22268 0.09323 -0.22199 0.09245 -0.22152 C 0.08958 -0.22013 0.0875 -0.21967 0.0845 -0.21851 C 0.08307 -0.21736 0.08164 -0.2162 0.08021 -0.2155 C 0.07838 -0.21435 0.07409 -0.21296 0.07239 -0.21226 C 0.07148 -0.21134 0.0707 -0.20995 0.06966 -0.20925 C 0.06836 -0.20833 0.0668 -0.20833 0.06536 -0.20763 C 0.06471 -0.2074 0.06419 -0.20671 0.06367 -0.20601 " pathEditMode="relative" ptsTypes="AAAAAAAAAAAAAAAAAAAAAAAAAAAAAAAAAAAAAAAAAAAAAAAAAAAAAAAAAAAAAAAAAAAAAAAAA">
                                      <p:cBhvr>
                                        <p:cTn id="19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8" presetClass="emp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Rot by="108000000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500"/>
                            </p:stCondLst>
                            <p:childTnLst>
                              <p:par>
                                <p:cTn id="46" presetID="10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25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64800000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750"/>
                            </p:stCondLst>
                            <p:childTnLst>
                              <p:par>
                                <p:cTn id="5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25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000"/>
                            </p:stCondLst>
                            <p:childTnLst>
                              <p:par>
                                <p:cTn id="64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8.33333E-7 0.00023 C 0.00052 0.02407 0.00065 0.04861 0.00169 0.07268 C 0.00182 0.07662 0.00299 0.07986 0.00338 0.08356 C 0.00391 0.08773 0.00404 0.0919 0.0043 0.09606 C 0.00456 0.10995 0.00417 0.12407 0.00521 0.13796 C 0.00534 0.14097 0.00638 0.14375 0.00781 0.1456 C 0.01003 0.14861 0.01289 0.15046 0.01562 0.15185 C 0.01849 0.15324 0.02148 0.15278 0.02435 0.15347 C 0.02812 0.15208 0.03568 0.15046 0.03919 0.1456 C 0.04023 0.14421 0.04036 0.14143 0.04088 0.13935 C 0.0401 0.12546 0.03958 0.11134 0.03828 0.09745 C 0.03815 0.09537 0.03698 0.09352 0.03659 0.09143 C 0.03607 0.08889 0.03594 0.08611 0.03568 0.08356 C 0.03776 0.08102 0.03958 0.07778 0.0418 0.07592 C 0.04427 0.07384 0.0543 0.06944 0.05742 0.06805 C 0.06471 0.07315 0.07851 0.08171 0.08542 0.08981 C 0.0862 0.09074 0.08594 0.09282 0.0862 0.09444 C 0.07969 0.12639 0.08125 0.11365 0.0793 0.13171 C 0.07982 0.13935 0.07773 0.14977 0.08099 0.15486 C 0.08411 0.15972 0.08932 0.15532 0.09323 0.15347 C 0.09674 0.15162 0.09948 0.14629 0.10286 0.14398 C 0.1168 0.13472 0.12266 0.13333 0.13594 0.12847 C 0.14049 0.1206 0.13672 0.12546 0.14909 0.13009 C 0.15482 0.1324 0.16055 0.13495 0.16654 0.13634 C 0.1737 0.13796 0.18099 0.13796 0.18828 0.13935 C 0.19206 0.14004 0.19583 0.14143 0.19961 0.14259 L 0.21276 0.15023 C 0.22904 0.15995 0.21784 0.15486 0.24753 0.15648 C 0.2513 0.1581 0.2556 0.1574 0.25885 0.16111 C 0.26237 0.16504 0.2668 0.17824 0.2668 0.17847 C 0.26588 0.18032 0.26549 0.18356 0.26419 0.18449 C 0.26107 0.18634 0.25781 0.18565 0.25456 0.18588 C 0.2487 0.18657 0.24297 0.18703 0.23711 0.1875 C 0.23594 0.19051 0.23463 0.19352 0.23359 0.19676 C 0.22825 0.21412 0.23568 0.1956 0.2293 0.21065 C 0.22904 0.21227 0.22891 0.21412 0.22838 0.21551 C 0.22682 0.21921 0.22526 0.22338 0.22318 0.22615 C 0.22031 0.23009 0.2125 0.23495 0.20924 0.23703 C 0.21302 0.24722 0.21068 0.24236 0.22148 0.25254 C 0.23424 0.26481 0.23281 0.26342 0.24154 0.26967 C 0.24297 0.27222 0.24479 0.2743 0.24583 0.27731 C 0.25 0.28958 0.24062 0.29467 0.23542 0.29907 C 0.22383 0.30903 0.21601 0.31227 0.20482 0.31782 C 0.20547 0.32291 0.20508 0.3287 0.20664 0.33333 C 0.21458 0.35555 0.21367 0.33912 0.21797 0.35347 C 0.21953 0.35879 0.22096 0.36458 0.22226 0.37037 C 0.22539 0.38403 0.22526 0.38356 0.22669 0.39375 C 0.22812 0.41481 0.22917 0.43611 0.23099 0.45717 C 0.23138 0.46134 0.23711 0.46528 0.23008 0.46967 C 0.2263 0.47199 0.222 0.4706 0.21797 0.47129 C 0.21562 0.47153 0.21328 0.47222 0.21094 0.47268 C 0.20898 0.4743 0.20664 0.475 0.20482 0.47731 C 0.2013 0.4824 0.19531 0.49444 0.19531 0.49467 C 0.19492 0.49606 0.1944 0.49699 0.1944 0.49907 C 0.1944 0.50185 0.19414 0.50602 0.19531 0.50833 C 0.19596 0.51018 0.20169 0.5125 0.20312 0.51296 C 0.21432 0.52361 0.21588 0.52847 0.22838 0.52847 C 0.22969 0.52847 0.23073 0.52615 0.2319 0.52546 C 0.23398 0.52106 0.23789 0.51157 0.24154 0.50833 C 0.2431 0.50671 0.24492 0.50602 0.24674 0.50532 C 0.2487 0.5044 0.25078 0.5044 0.25286 0.5037 C 0.2638 0.50578 0.27513 0.50555 0.28594 0.50995 C 0.28919 0.51134 0.29101 0.51759 0.29375 0.52083 C 0.31276 0.54259 0.30781 0.53819 0.32435 0.54722 C 0.32487 0.54884 0.32526 0.55023 0.32552 0.55185 C 0.32799 0.5618 0.32513 0.55486 0.32812 0.56111 C 0.32943 0.56504 0.33034 0.57315 0.33216 0.57453 C 0.33411 0.57754 0.33685 0.57824 0.33919 0.57963 C 0.34831 0.57893 0.35833 0.57963 0.36797 0.57824 C 0.36862 0.57801 0.36914 0.57592 0.37057 0.57453 C 0.37513 0.57153 0.38164 0.56736 0.38672 0.56574 C 0.38932 0.56504 0.39193 0.56412 0.39453 0.56412 C 0.40729 0.56342 0.42044 0.56273 0.43333 0.56273 C 0.44753 0.56111 0.45521 0.56157 0.46992 0.55301 C 0.47695 0.5493 0.47669 0.54537 0.48125 0.54051 C 0.48359 0.53842 0.48594 0.5368 0.48828 0.53472 C 0.4888 0.53055 0.48932 0.52615 0.48997 0.52245 C 0.49075 0.51782 0.49167 0.50671 0.4944 0.50185 C 0.49648 0.49861 0.49896 0.49583 0.5013 0.49282 C 0.51419 0.46065 0.49518 0.50671 0.51263 0.46967 C 0.51354 0.46782 0.51367 0.46551 0.51445 0.46342 C 0.51523 0.46134 0.51615 0.45926 0.51706 0.45717 C 0.52005 0.42986 0.51523 0.47986 0.51003 0.40602 C 0.50937 0.39583 0.51029 0.38472 0.51263 0.375 C 0.51432 0.36828 0.51836 0.36458 0.52135 0.35949 C 0.5224 0.35787 0.52357 0.35578 0.52487 0.35486 C 0.52682 0.3537 0.52891 0.35393 0.53099 0.35347 C 0.53542 0.35208 0.53958 0.35023 0.54401 0.34884 C 0.54583 0.34606 0.54726 0.34328 0.54935 0.34097 C 0.55208 0.3375 0.55495 0.33426 0.55807 0.33171 C 0.56419 0.32615 0.57148 0.32778 0.57786 0.32708 C 0.58346 0.32222 0.58398 0.32268 0.58854 0.31458 C 0.59323 0.30625 0.5888 0.30972 0.59375 0.30694 L 0.59726 0.28819 C 0.59753 0.2868 0.59766 0.28495 0.59818 0.28356 C 0.60208 0.27291 0.5974 0.28588 0.60338 0.26666 C 0.60638 0.25694 0.60469 0.26713 0.60859 0.25115 C 0.60937 0.24768 0.60976 0.24375 0.61029 0.24028 C 0.61107 0.23356 0.61107 0.22639 0.61289 0.22014 C 0.61328 0.21852 0.61471 0.21898 0.61562 0.21852 C 0.61615 0.2169 0.61667 0.21528 0.61732 0.21389 C 0.61836 0.21111 0.61992 0.20903 0.62083 0.20602 C 0.62135 0.20324 0.62253 0.19676 0.62253 0.19699 C 0.62213 0.19467 0.61992 0.1787 0.61562 0.18912 C 0.61367 0.19328 0.61562 0.19953 0.61615 0.20463 C 0.61732 0.21088 0.62213 0.21782 0.62383 0.22153 C 0.62643 0.21736 0.63151 0.21504 0.63125 0.20926 C 0.62995 0.17546 0.62773 0.17685 0.61823 0.17361 C 0.61328 0.17662 0.60794 0.17824 0.60338 0.18287 C 0.60182 0.18426 0.60143 0.18773 0.60078 0.19051 C 0.60026 0.19236 0.59909 0.20324 0.59896 0.20463 C 0.59961 0.2081 0.59896 0.21342 0.60078 0.21551 C 0.60495 0.2199 0.62187 0.21435 0.62383 0.21389 C 0.62825 0.18819 0.62943 0.18912 0.62344 0.15347 C 0.62292 0.15069 0.62044 0.15139 0.61875 0.15023 C 0.60286 0.1919 0.61263 0.15278 0.63385 0.2169 C 0.63516 0.22106 0.62604 0.21551 0.62604 0.21574 C 0.62383 0.21435 0.62253 0.21296 0.62083 0.21227 C 0.61875 0.21157 0.61667 0.21134 0.61471 0.21065 C 0.61289 0.21018 0.61107 0.20972 0.6095 0.20926 C 0.60482 0.20185 0.59713 0.19815 0.59544 0.1875 C 0.59401 0.17778 0.5987 0.16805 0.60156 0.15949 C 0.6026 0.15671 0.60495 0.15602 0.6069 0.15486 C 0.60859 0.15393 0.61094 0.15393 0.61289 0.15347 C 0.61536 0.15254 0.6168 0.15162 0.61875 0.15023 C 0.62122 0.16227 0.62005 0.15648 0.62253 0.16736 C 0.62279 0.1699 0.62318 0.17245 0.62344 0.175 C 0.6237 0.17824 0.6237 0.18148 0.62383 0.18449 C 0.62552 0.1912 0.62643 0.19815 0.62865 0.20463 C 0.62891 0.20625 0.63034 0.20671 0.63125 0.20764 C 0.63607 0.19467 0.63281 0.20532 0.63385 0.17361 C 0.63411 0.1669 0.6345 0.16018 0.63476 0.15347 C 0.63151 0.14213 0.63463 0.15115 0.63125 0.14398 C 0.63034 0.14213 0.62995 0.13889 0.62865 0.13796 C 0.62383 0.13426 0.6194 0.13264 0.61471 0.13009 C 0.61172 0.13264 0.60781 0.1331 0.60599 0.13796 C 0.60391 0.14305 0.60338 0.15046 0.60417 0.15648 C 0.6069 0.17477 0.61159 0.19213 0.61615 0.20926 C 0.61732 0.21203 0.61927 0.21365 0.62083 0.21551 C 0.62135 0.2162 0.62253 0.21643 0.62344 0.2169 C 0.62995 0.22129 0.62539 0.21898 0.63125 0.22153 C 0.63476 0.22014 0.63867 0.22037 0.64167 0.2169 C 0.64271 0.21574 0.64154 0.2125 0.64088 0.21065 C 0.6362 0.1993 0.63073 0.18935 0.62604 0.17824 C 0.61875 0.1618 0.62591 0.17199 0.61875 0.15185 C 0.6151 0.14004 0.61758 0.14629 0.61107 0.13333 C 0.61094 0.13171 0.61094 0.12986 0.61029 0.12847 C 0.6082 0.12407 0.60599 0.11967 0.60338 0.1162 C 0.6026 0.11504 0.59792 0.1125 0.59635 0.11157 C 0.59232 0.11458 0.58555 0.11342 0.58411 0.12083 C 0.58281 0.12824 0.58724 0.13727 0.59115 0.14097 C 0.60052 0.14977 0.61107 0.15139 0.62135 0.15648 L 0.63646 0.1456 C 0.64922 0.13657 0.63867 0.16065 0.64167 0.20139 C 0.64167 0.20578 0.64349 0.20972 0.64427 0.21389 C 0.62812 0.21875 0.64284 0.21574 0.60859 0.19676 C 0.59271 0.18796 0.58997 0.18727 0.57721 0.18287 C 0.58099 0.17708 0.58555 0.17268 0.58854 0.16574 C 0.58971 0.16319 0.58307 0.16898 0.58307 0.16921 C 0.57747 0.17916 0.57109 0.18865 0.56588 0.2 C 0.56354 0.20486 0.55976 0.21065 0.56068 0.2169 C 0.56159 0.22407 0.56706 0.22615 0.57018 0.23078 C 0.57865 0.22986 0.58711 0.2294 0.59544 0.22778 C 0.60143 0.22662 0.60781 0.21852 0.61289 0.21551 C 0.62005 0.21111 0.62747 0.2081 0.63476 0.20463 C 0.6362 0.20301 0.63815 0.20231 0.63906 0.2 C 0.6401 0.19722 0.64062 0.19352 0.63997 0.19051 C 0.63398 0.16296 0.63385 0.17384 0.62604 0.15648 C 0.62318 0.15 0.61497 0.14213 0.61823 0.13634 C 0.62135 0.13055 0.62357 0.1493 0.62695 0.15486 C 0.62865 0.15787 0.63099 0.15903 0.63294 0.16111 C 0.63476 0.16481 0.63776 0.16736 0.63828 0.17199 C 0.6388 0.17731 0.63776 0.18356 0.63568 0.1875 C 0.63125 0.19514 0.62526 0.1993 0.61992 0.20463 C 0.6095 0.21481 0.58958 0.22453 0.58151 0.2294 C 0.58476 0.23078 0.58789 0.2331 0.59115 0.23403 C 0.64167 0.24629 0.6276 0.22291 0.64167 0.24791 C 0.64167 0.25208 0.64284 0.25625 0.64258 0.26041 C 0.64245 0.26227 0.64128 0.26342 0.64088 0.26504 C 0.63984 0.26898 0.63906 0.27315 0.63828 0.27731 C 0.63789 0.27893 0.63776 0.28055 0.63737 0.28217 C 0.63659 0.28426 0.63607 0.28611 0.63568 0.28819 C 0.6332 0.30069 0.63268 0.30463 0.63125 0.31458 C 0.63099 0.30578 0.6306 0.29699 0.63034 0.28819 C 0.63008 0.27268 0.63073 0.25717 0.62956 0.24166 C 0.62891 0.23403 0.62643 0.22731 0.62513 0.22014 C 0.62513 0.21898 0.62344 0.18449 0.62083 0.17963 C 0.6194 0.17708 0.61667 0.17963 0.61471 0.17963 L 0.62344 0.19051 " pathEditMode="relative" rAng="0" ptsTypes="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65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214" y="28981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2.70833E-6 2.96296E-6 L 0.00117 -0.08866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4444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0" presetClass="path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2.08333E-7 4.81481E-6 L -2.08333E-7 0.00023 C -0.00872 -0.00163 -0.01771 -0.00116 -0.02617 -0.00463 C -0.03177 -0.00695 -0.03672 -0.0132 -0.04193 -0.01713 C -0.04466 -0.01922 -0.05065 -0.02107 -0.05234 -0.02176 L -0.09596 -0.00788 C -0.09687 -0.00741 -0.09805 -0.00764 -0.09857 -0.00625 C -0.10026 -0.00209 -0.10091 0.003 -0.10208 0.00763 C -0.10039 0.01597 -0.09961 0.025 -0.09687 0.0324 C -0.07643 0.08773 -0.08854 0.03171 -0.08034 0.07592 C -0.08151 0.08425 -0.08073 0.09398 -0.08372 0.10069 C -0.08737 0.10856 -0.09336 0.11226 -0.09857 0.1162 C -0.11771 0.13032 -0.10807 0.12592 -0.12734 0.13009 C -0.1332 0.12916 -0.13945 0.13078 -0.14492 0.12708 C -0.16784 0.11157 -0.15286 0.11342 -0.16575 0.09606 C -0.17031 0.09004 -0.17565 0.08564 -0.1806 0.08055 C -0.18516 0.08356 -0.19219 0.08194 -0.19362 0.08981 C -0.19674 0.10555 -0.19271 0.12291 -0.19193 0.13958 C -0.1918 0.1412 -0.19154 0.14282 -0.19102 0.14421 C -0.19023 0.14699 -0.1888 0.14953 -0.1875 0.15185 C -0.18073 0.16504 -0.1737 0.178 -0.16667 0.19074 C -0.16419 0.19513 -0.16146 0.19907 -0.15872 0.203 C -0.15325 0.21111 -0.14453 0.22175 -0.13867 0.22939 C -0.13724 0.23148 -0.1345 0.23564 -0.1345 0.23587 C -0.1349 0.23865 -0.13516 0.24212 -0.13607 0.2449 C -0.13672 0.24652 -0.13789 0.24675 -0.13867 0.24791 C -0.14167 0.25254 -0.1444 0.25763 -0.1474 0.26203 C -0.1543 0.27199 -0.16315 0.27615 -0.17187 0.2787 C -0.17786 0.28101 -0.18411 0.28009 -0.19036 0.28055 C -0.20065 0.27291 -0.21211 0.26851 -0.22161 0.2574 C -0.22539 0.25277 -0.2263 0.24328 -0.22773 0.23564 C -0.22891 0.22916 -0.22865 0.22222 -0.22943 0.2155 C -0.23021 0.2118 -0.2306 0.20833 -0.23112 0.20462 C -0.23255 0.18564 -0.23359 0.17638 -0.23034 0.15347 C -0.22943 0.14722 -0.22708 0.14143 -0.22461 0.13796 C -0.22122 0.13425 -0.21719 0.13472 -0.21367 0.13333 C -0.20378 0.13796 -0.19388 0.14212 -0.18411 0.14722 C -0.18281 0.14791 -0.18177 0.14953 -0.1806 0.15023 C -0.17799 0.15208 -0.17526 0.15277 -0.17279 0.15509 C -0.16641 0.16064 -0.16029 0.16666 -0.15443 0.17361 C -0.15273 0.17569 -0.15143 0.17847 -0.15 0.18125 C -0.14141 0.19976 -0.13828 0.20601 -0.13268 0.22314 C -0.12695 0.24027 -0.13073 0.23287 -0.12565 0.24189 C -0.12357 0.24907 -0.12161 0.25625 -0.11953 0.26342 C -0.11875 0.26643 -0.11849 0.2699 -0.11784 0.27291 C -0.11315 0.29259 -0.11419 0.28888 -0.10911 0.30231 C -0.11146 0.3074 -0.11328 0.31319 -0.11602 0.31782 C -0.11771 0.3206 -0.11992 0.32245 -0.12227 0.32407 C -0.13854 0.33541 -0.14023 0.33217 -0.16055 0.33495 L -0.17891 0.34097 C -0.18086 0.34166 -0.18294 0.34212 -0.18516 0.34236 L -0.19896 0.34583 C -0.20352 0.34421 -0.20833 0.34328 -0.21328 0.34097 C -0.23828 0.32824 -0.21341 0.33634 -0.22852 0.33171 C -0.2332 0.33217 -0.23789 0.33263 -0.24245 0.33333 C -0.24427 0.33356 -0.24596 0.33449 -0.24779 0.33495 C -0.25299 0.33564 -0.25859 0.33587 -0.26341 0.33634 C -0.27044 0.33425 -0.27734 0.33171 -0.28437 0.33032 C -0.31992 0.32222 -0.29075 0.3324 -0.31667 0.32245 C -0.32422 0.31342 -0.3138 0.32754 -0.32005 0.31134 C -0.32083 0.30972 -0.32227 0.30879 -0.32357 0.30856 C -0.3276 0.3074 -0.33177 0.3074 -0.33581 0.30694 C -0.34844 0.30763 -0.36393 0.30995 -0.37682 0.30694 C -0.37982 0.30625 -0.38255 0.3037 -0.38555 0.30231 C -0.38672 0.30162 -0.38789 0.30115 -0.38906 0.30069 C -0.40872 0.27685 -0.40299 0.29166 -0.41003 0.26203 C -0.40872 0.25254 -0.40781 0.24282 -0.4056 0.23402 C -0.40521 0.2324 -0.40456 0.23194 -0.40378 0.23101 C -0.40273 0.22569 -0.40156 0.2206 -0.40039 0.2155 C -0.4 0.21388 -0.39974 0.2125 -0.39948 0.21087 C -0.39805 0.20162 -0.39661 0.19212 -0.39505 0.18287 C -0.39622 0.14421 -0.397 0.10532 -0.3987 0.06666 C -0.39883 0.06296 -0.40156 0.05601 -0.40208 0.05231 C -0.40443 0.04236 -0.40703 0.0324 -0.4082 0.02152 C -0.41029 0.00578 -0.4082 0.02037 -0.41003 0.00925 C -0.41068 0.00439 -0.41224 -0.00857 -0.4125 -0.01088 C -0.41159 -0.01621 -0.40924 -0.02871 -0.40911 -0.03102 C -0.40872 -0.03681 -0.40833 -0.04329 -0.41003 -0.04815 C -0.41055 -0.04931 -0.41758 -0.05417 -0.41953 -0.0544 C -0.43346 -0.05533 -0.4474 -0.05533 -0.46133 -0.05579 C -0.46432 -0.05649 -0.46771 -0.05857 -0.47005 -0.05741 C -0.47148 -0.05695 -0.47174 -0.05301 -0.47279 -0.05116 C -0.47344 -0.05 -0.47448 -0.04908 -0.47539 -0.04815 L -0.4849 -0.05116 C -0.48607 -0.05163 -0.48724 -0.05255 -0.48841 -0.05278 C -0.50521 -0.05741 -0.4862 -0.04954 -0.51198 -0.05903 C -0.5319 -0.06621 -0.51146 -0.06204 -0.53112 -0.06528 C -0.53229 -0.06575 -0.53359 -0.06575 -0.53464 -0.06667 C -0.53737 -0.06922 -0.53698 -0.07477 -0.53724 -0.07917 C -0.53763 -0.08288 -0.53789 -0.08635 -0.53815 -0.09005 C -0.53919 -0.12176 -0.53424 -0.11459 -0.54596 -0.11783 C -0.5474 -0.11829 -0.54883 -0.11899 -0.55039 -0.11945 C -0.55508 -0.11899 -0.56953 -0.12014 -0.57656 -0.11482 C -0.57891 -0.11297 -0.58099 -0.10973 -0.58346 -0.10718 C -0.5849 -0.10301 -0.58685 -0.09931 -0.58789 -0.09468 C -0.58932 -0.0875 -0.5888 -0.08125 -0.58789 -0.07454 C -0.58737 -0.0713 -0.58672 -0.06829 -0.58607 -0.06528 C -0.58568 -0.06297 -0.5849 -0.06112 -0.58437 -0.05903 C -0.58281 -0.0419 -0.57904 -0.04051 -0.58789 -0.03565 C -0.58984 -0.03473 -0.59193 -0.03473 -0.59401 -0.03426 C -0.5974 -0.03473 -0.60091 -0.03473 -0.60443 -0.03565 C -0.60638 -0.03635 -0.60846 -0.03797 -0.61042 -0.03889 C -0.61172 -0.03936 -0.61276 -0.04005 -0.61406 -0.04028 C -0.62474 -0.04422 -0.61315 -0.03889 -0.62799 -0.04514 C -0.62891 -0.04538 -0.62969 -0.04607 -0.6306 -0.04653 C -0.63151 -0.04862 -0.63255 -0.05047 -0.6332 -0.05278 C -0.63737 -0.06783 -0.63464 -0.08774 -0.63411 -0.10232 C -0.63385 -0.10857 -0.63268 -0.11227 -0.63151 -0.11783 C -0.63112 -0.12107 -0.6306 -0.12408 -0.6306 -0.12732 C -0.6306 -0.13936 -0.63099 -0.14144 -0.63229 -0.15047 C -0.63203 -0.15672 -0.6319 -0.16297 -0.63151 -0.16899 C -0.62995 -0.18889 -0.63047 -0.17871 -0.62878 -0.18936 C -0.62669 -0.20278 -0.62917 -0.18889 -0.62708 -0.2 C -0.62682 -0.20788 -0.62669 -0.21575 -0.62617 -0.22338 C -0.62604 -0.22547 -0.62539 -0.22755 -0.62539 -0.22963 C -0.62513 -0.23681 -0.62539 -0.24399 -0.62539 -0.25116 L -0.62539 -0.25093 " pathEditMode="relative" rAng="0" ptsTypes="AAAAAAAAAAAAAAAAAAAAAAAAAAAAAAAAAAAAAAAAAAAAAAAAAAAAAAAAAAAAAAAAAAAAAAAAAAAAAAAAAAAAAAAAAAAAAAAAAAAAAAAAAAAAAAAAAAAAA">
                                      <p:cBhvr>
                                        <p:cTn id="99" dur="20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784" y="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40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8" presetClass="emph" presetSubtype="0" repeatCount="2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20000000">
                                      <p:cBhvr>
                                        <p:cTn id="108" dur="10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0">
                                      <p:cBhvr>
                                        <p:cTn id="11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6" presetClass="emph" presetSubtype="0" repeatCount="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2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500000" y="50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6" presetClass="emph" presetSubtype="0" repeatCount="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4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6250"/>
                            </p:stCondLst>
                            <p:childTnLst>
                              <p:par>
                                <p:cTn id="11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675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0" presetClass="path" presetSubtype="0" decel="4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48148E-6 L 3.75E-6 0.00023 C 0.00013 0.00092 -0.00248 0.03889 0.0052 0.03727 C 0.00807 0.0368 0.0108 0.03426 0.01354 0.03264 C 0.01757 0.02037 0.0177 0.02338 0.0177 0.00463 C 0.0177 -0.00602 0.02187 -0.04306 0.01354 -0.05371 C 0.01237 -0.05533 0.0108 -0.05533 0.00937 -0.05602 C 0.00065 -0.0544 -0.00795 -0.05371 -0.01667 -0.05139 C -0.01771 -0.05139 -0.01888 -0.0507 -0.0198 -0.04884 C -0.0211 -0.04653 -0.02188 -0.04283 -0.02292 -0.03958 C -0.025 -0.0213 -0.02487 -0.02616 -0.02292 0.00463 C -0.02201 0.01898 -0.01719 0.03287 -0.01146 0.03958 C -0.01003 0.0412 -0.00873 0.04282 -0.0073 0.04444 C -0.0056 0.04583 -0.00365 0.04699 -0.00209 0.04907 C -0.00052 0.05069 0.00052 0.05417 0.00208 0.05602 C 0.00377 0.05787 0.01145 0.05972 0.0125 0.06065 C 0.01601 0.0625 0.0194 0.06597 0.02291 0.06759 C 0.02838 0.06991 0.03398 0.0706 0.03958 0.07245 C 0.04375 0.07153 0.04804 0.07268 0.05208 0.06991 C 0.05403 0.06852 0.06002 0.05463 0.06145 0.05139 C 0.0625 0.04444 0.06328 0.03704 0.06458 0.03032 C 0.06562 0.02477 0.06692 0.01967 0.0677 0.01412 C 0.06862 0.00787 0.06914 0.00139 0.06979 -0.00463 C 0.07018 -0.01482 0.07109 -0.025 0.07083 -0.03496 C 0.07031 -0.05857 0.06927 -0.08195 0.0677 -0.10486 C 0.06744 -0.10833 0.06653 -0.11158 0.06562 -0.11435 C 0.06393 -0.11945 0.06028 -0.12732 0.05729 -0.13056 C 0.05638 -0.13171 0.0552 -0.13195 0.05416 -0.13287 C 0.05273 -0.13426 0.05156 -0.13681 0.05 -0.1375 C 0.04804 -0.13912 0.04583 -0.13958 0.04375 -0.13982 C 0.03958 -0.14097 0.03541 -0.14167 0.03125 -0.14236 C 0.02916 -0.14167 0.02708 -0.14167 0.025 -0.13982 C 0.02382 -0.13912 0.02265 -0.1375 0.02187 -0.13519 C 0.01783 -0.12477 0.01601 -0.1132 0.01354 -0.10023 C 0.01054 -0.06644 0.01145 -0.08333 0.01562 -0.01621 C 0.01653 -0.00255 0.01797 -0.00579 0.02187 0.00231 C 0.02552 0.00972 0.02786 0.02083 0.03229 0.02569 C 0.03645 0.03032 0.04023 0.03704 0.04479 0.03958 C 0.05625 0.04583 0.05039 0.04282 0.0625 0.04907 C 0.06836 0.04815 0.07435 0.04815 0.0802 0.04676 C 0.08385 0.0456 0.097 0.03773 0.1 0.03495 C 0.12448 0.0118 0.0931 0.03333 0.12083 0.01643 C 0.13203 0.00208 0.12617 0.01134 0.1375 -0.01389 L 0.1427 -0.0257 C 0.1444 -0.03496 0.14596 -0.04468 0.14791 -0.05371 C 0.14882 -0.0581 0.15026 -0.06111 0.15104 -0.06528 C 0.15312 -0.07685 0.15625 -0.10023 0.15625 -0.1 C 0.1552 -0.1338 0.15442 -0.16736 0.15312 -0.20046 C 0.15299 -0.20324 0.1526 -0.20556 0.15208 -0.20764 C 0.15013 -0.21574 0.14895 -0.22523 0.14583 -0.23079 C 0.14414 -0.23403 0.14257 -0.2382 0.14062 -0.24028 C 0.13086 -0.25185 0.12851 -0.25185 0.11875 -0.25648 C 0.11523 -0.25602 0.09922 -0.25648 0.0927 -0.24722 C 0.09049 -0.24398 0.08854 -0.23958 0.08645 -0.23565 C 0.08502 -0.22616 0.08359 -0.21713 0.08229 -0.20764 C 0.0819 -0.20463 0.08112 -0.20139 0.08125 -0.19815 C 0.0819 -0.17894 0.0819 -0.1588 0.08437 -0.13982 C 0.0858 -0.1294 0.08945 -0.1206 0.0927 -0.11204 C 0.09778 -0.09884 0.1026 -0.08333 0.10937 -0.07454 C 0.11185 -0.07176 0.11432 -0.06875 0.11666 -0.06528 C 0.11979 -0.06088 0.12278 -0.05533 0.12604 -0.05139 C 0.13164 -0.04491 0.14153 -0.03727 0.14791 -0.03264 C 0.14935 -0.03171 0.15078 -0.03125 0.15208 -0.03033 C 0.15455 -0.02894 0.1569 -0.02639 0.15937 -0.0257 C 0.16419 -0.02408 0.16914 -0.02408 0.17395 -0.02338 C 0.18685 -0.025 0.19974 -0.02477 0.2125 -0.02801 C 0.2151 -0.02894 0.21731 -0.03287 0.21979 -0.03496 C 0.23268 -0.04607 0.23515 -0.04722 0.24791 -0.05602 C 0.25026 -0.05996 0.25273 -0.06412 0.2552 -0.06759 C 0.25898 -0.07338 0.26315 -0.07778 0.26666 -0.08403 C 0.27018 -0.09028 0.27291 -0.09792 0.27604 -0.10486 L 0.2832 -0.14236 C 0.28437 -0.14769 0.28645 -0.15857 0.28645 -0.15833 C 0.28698 -0.17083 0.28867 -0.19815 0.28854 -0.20764 C 0.28815 -0.22408 0.28685 -0.24051 0.28528 -0.25648 C 0.28489 -0.26088 0.28398 -0.26435 0.2832 -0.26829 C 0.28151 -0.27847 0.28229 -0.27963 0.27812 -0.29121 C 0.27708 -0.29398 0.27513 -0.2956 0.27395 -0.29838 C 0.25195 -0.33935 0.26718 -0.31505 0.25195 -0.33519 C 0.24687 -0.34283 0.24987 -0.34121 0.24166 -0.34676 C 0.23997 -0.34838 0.23815 -0.34861 0.23645 -0.34954 C 0.23502 -0.35046 0.23372 -0.35139 0.23229 -0.35185 C 0.22226 -0.35139 0.21211 -0.35185 0.20208 -0.34954 C 0.19882 -0.34861 0.197 -0.34236 0.19479 -0.3375 C 0.19283 -0.33426 0.19062 -0.33033 0.18854 -0.32593 C 0.1875 -0.31921 0.18619 -0.3125 0.18541 -0.30486 C 0.18411 -0.29236 0.18229 -0.26597 0.18229 -0.26551 C 0.18294 -0.25741 0.18359 -0.24884 0.18437 -0.24028 C 0.18463 -0.23796 0.18489 -0.23565 0.18541 -0.2331 C 0.18984 -0.21343 0.19062 -0.21343 0.19895 -0.19583 C 0.20403 -0.18542 0.20963 -0.17546 0.21562 -0.16783 C 0.22174 -0.16042 0.22812 -0.15394 0.23437 -0.14699 C 0.24205 -0.13866 0.24023 -0.14051 0.24791 -0.1375 L 0.2875 -0.14468 C 0.29882 -0.14699 0.29583 -0.14931 0.31028 -0.16088 C 0.31653 -0.16621 0.32291 -0.16991 0.32916 -0.175 C 0.33645 -0.18125 0.35494 -0.19931 0.36041 -0.20996 C 0.36289 -0.21458 0.36523 -0.21921 0.3677 -0.22384 C 0.37526 -0.24028 0.3789 -0.24746 0.38424 -0.26343 C 0.38502 -0.26597 0.3858 -0.26829 0.38632 -0.2706 C 0.38711 -0.27338 0.38789 -0.27639 0.38841 -0.27963 C 0.38932 -0.28357 0.3901 -0.2875 0.39049 -0.29121 C 0.39088 -0.29491 0.39127 -0.29908 0.39166 -0.30301 C 0.39088 -0.31713 0.39036 -0.35764 0.38632 -0.37917 C 0.38593 -0.38218 0.38489 -0.38403 0.38424 -0.38588 C 0.3832 -0.39213 0.38281 -0.39792 0.38125 -0.40324 C 0.37955 -0.4081 0.37682 -0.41181 0.37487 -0.41644 C 0.37031 -0.43079 0.37239 -0.42546 0.36458 -0.44051 C 0.36328 -0.44236 0.36185 -0.44583 0.36041 -0.44722 C 0.35781 -0.45 0.35481 -0.45046 0.35208 -0.45232 C 0.34687 -0.45509 0.34935 -0.45301 0.34479 -0.45695 C 0.33606 -0.45602 0.32747 -0.45579 0.31875 -0.45417 C 0.31705 -0.45347 0.31523 -0.45324 0.31354 -0.45232 C 0.31172 -0.45046 0.31002 -0.44746 0.30833 -0.44491 C 0.29231 -0.41736 0.31653 -0.45509 0.30208 -0.4331 C 0.30013 -0.42616 0.29804 -0.42153 0.29791 -0.4125 C 0.29752 -0.40232 0.29804 -0.3919 0.29882 -0.38195 C 0.3 -0.37246 0.31028 -0.35116 0.31145 -0.34954 C 0.31393 -0.3463 0.3164 -0.34375 0.31875 -0.34028 C 0.32018 -0.33773 0.32122 -0.33472 0.32291 -0.33333 C 0.32656 -0.33009 0.3306 -0.32871 0.33437 -0.32593 C 0.3375 -0.32454 0.34062 -0.32338 0.34362 -0.32153 C 0.34518 -0.32107 0.34648 -0.32014 0.34791 -0.31921 L 0.37916 -0.32384 C 0.38255 -0.32454 0.38619 -0.32454 0.38958 -0.32593 C 0.40247 -0.33333 0.41823 -0.34746 0.4302 -0.35857 C 0.43658 -0.36458 0.44323 -0.36898 0.44895 -0.37685 C 0.45169 -0.38102 0.45455 -0.38449 0.45729 -0.3882 C 0.46328 -0.39792 0.46888 -0.40741 0.475 -0.41644 C 0.47864 -0.42246 0.48255 -0.42639 0.48645 -0.43056 C 0.48815 -0.4331 0.4901 -0.4331 0.49166 -0.43588 C 0.49895 -0.44583 0.50807 -0.46296 0.51458 -0.47546 C 0.51523 -0.47894 0.51614 -0.4831 0.51666 -0.48704 C 0.51862 -0.50139 0.51823 -0.52315 0.51666 -0.53611 C 0.51419 -0.55625 0.50729 -0.56158 0.5 -0.5713 C 0.48724 -0.58773 0.49713 -0.57593 0.48958 -0.58287 C 0.47916 -0.59213 0.47851 -0.59491 0.46875 -0.59908 C 0.46601 -0.6 0.46315 -0.6007 0.46041 -0.60162 C 0.44648 -0.59884 0.43945 -0.60579 0.4302 -0.58982 C 0.42864 -0.58704 0.42721 -0.58403 0.42604 -0.58056 C 0.42474 -0.57616 0.42395 -0.5713 0.42291 -0.56644 C 0.42148 -0.55139 0.41901 -0.54144 0.42291 -0.52685 C 0.42369 -0.52361 0.42578 -0.52384 0.42708 -0.52222 C 0.42929 -0.51921 0.43099 -0.51458 0.43333 -0.51296 C 0.43672 -0.51019 0.44349 -0.50509 0.44687 -0.50347 C 0.44961 -0.50208 0.45247 -0.50208 0.4552 -0.50116 C 0.45703 -0.50023 0.45872 -0.49908 0.46041 -0.49884 C 0.46211 -0.49908 0.46419 -0.49884 0.46562 -0.50116 C 0.4677 -0.50394 0.47135 -0.52107 0.47187 -0.52454 C 0.47278 -0.52894 0.47395 -0.53843 0.47395 -0.5382 L 0.47291 -0.54792 L 0.47291 -0.54746 " pathEditMode="relative" rAng="0" ptsTypes="AAAAAAAAAAAAAAAAAAAAAAAAAAAAAAAAAAAAAAAAAAAAAAAAAAAAAAAAAAAAAAAAAAAAAAAAAAAAAAAAAAAAAAAAAAAAAAAAAAAAAAAAAAAAAAAAAAAAAAAAAAAAAAAAAAAAAAAAAAAAAAAAAAAAAAAA">
                                      <p:cBhvr>
                                        <p:cTn id="12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74" y="-26458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0">
                                      <p:cBhvr>
                                        <p:cTn id="12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8" dur="2000" fill="hold"/>
                                        <p:tgtEl>
                                          <p:spTgt spid="27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8750"/>
                            </p:stCondLst>
                            <p:childTnLst>
                              <p:par>
                                <p:cTn id="130" presetID="10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4</Words>
  <Application>Microsoft Office PowerPoint</Application>
  <PresentationFormat>宽屏</PresentationFormat>
  <Paragraphs>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27</cp:revision>
  <dcterms:created xsi:type="dcterms:W3CDTF">2026-05-17T05:02:09Z</dcterms:created>
  <dcterms:modified xsi:type="dcterms:W3CDTF">2026-05-17T10:52:30Z</dcterms:modified>
</cp:coreProperties>
</file>