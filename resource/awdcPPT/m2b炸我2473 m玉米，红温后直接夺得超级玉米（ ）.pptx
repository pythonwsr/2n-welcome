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94" autoAdjust="0"/>
  </p:normalViewPr>
  <p:slideViewPr>
    <p:cSldViewPr snapToGrid="0">
      <p:cViewPr>
        <p:scale>
          <a:sx n="50" d="100"/>
          <a:sy n="50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61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66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34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959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0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05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87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42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443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397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663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55422-5815-4554-9BDD-E4362C5030CE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31DCD-A051-49BD-98F1-9CDE5CF93B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9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139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084" y="2594514"/>
            <a:ext cx="2095842" cy="333924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55146" y="291548"/>
            <a:ext cx="46654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/>
              <a:t>普通人合卡</a:t>
            </a:r>
            <a:r>
              <a:rPr lang="en-US" altLang="zh-CN" sz="4000" b="1" dirty="0" smtClean="0"/>
              <a:t>be like</a:t>
            </a:r>
            <a:r>
              <a:rPr lang="zh-CN" altLang="en-US" sz="4000" b="1" dirty="0" smtClean="0"/>
              <a:t>：</a:t>
            </a:r>
            <a:endParaRPr lang="zh-CN" altLang="en-US" sz="4000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11884263" y="6945707"/>
            <a:ext cx="615474" cy="61547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7403760" y="7291324"/>
            <a:ext cx="615474" cy="61547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8815117" y="7059411"/>
            <a:ext cx="615474" cy="61547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10226474" y="7274869"/>
            <a:ext cx="615474" cy="61547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5977885" y="7274869"/>
            <a:ext cx="615474" cy="61547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157852" y="7354382"/>
            <a:ext cx="615474" cy="6154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2816850" y="7274869"/>
            <a:ext cx="615474" cy="61547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989722" y="7287280"/>
            <a:ext cx="615474" cy="6154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6683563" y="7274869"/>
            <a:ext cx="615474" cy="615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8065682" y="7258414"/>
            <a:ext cx="615474" cy="61547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9520795" y="7158913"/>
            <a:ext cx="615474" cy="61547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10991148" y="7098326"/>
            <a:ext cx="615474" cy="61547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5490033" y="7184576"/>
            <a:ext cx="615474" cy="61547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573788" y="7155710"/>
            <a:ext cx="615474" cy="61547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3578364" y="7184575"/>
            <a:ext cx="615474" cy="61547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1990628" y="7297328"/>
            <a:ext cx="615474" cy="61547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674488"/>
            <a:ext cx="1055060" cy="105506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084" y="2594514"/>
            <a:ext cx="2095842" cy="3339246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538676" y="1215858"/>
            <a:ext cx="14782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/>
              <a:t>128=1</a:t>
            </a:r>
            <a:endParaRPr lang="zh-CN" altLang="en-US" sz="4000" b="1" dirty="0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518" y="4192828"/>
            <a:ext cx="638762" cy="638762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691" y="4040850"/>
            <a:ext cx="1006417" cy="94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1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5 0.00185 L -0.38021 0.0055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919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33 -0.45973 L 0.00599 -0.62223 " pathEditMode="relative" ptsTypes="AA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431 -0.47222 L -0.02891 -0.56297 " pathEditMode="relative" ptsTypes="AA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20208 -0.48519 L -0.08255 -0.49306 " pathEditMode="relative" ptsTypes="AA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2625 -0.45949 L -0.15924 -0.35903 " pathEditMode="relative" ptsTypes="AA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33477 -0.43935 L -0.26953 -0.27685 " pathEditMode="relative" ptsTypes="AA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2591 -0.48495 L 0.03724 -0.57384 " pathEditMode="relative" ptsTypes="AA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9284 -0.48727 L 0.17109 -0.523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-18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14532 -0.48727 L 0.22696 -0.45625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76" y="1551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2263 -0.48912 L 0.27851 -0.40972 " pathEditMode="relative" ptsTypes="AA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26042 -0.46782 L 0.30938 -0.61088 " pathEditMode="relative" ptsTypes="AA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2957 -0.50255 L 0.325 -0.36921 " pathEditMode="relative" ptsTypes="AA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animMotion origin="layout" path="M 0.34544 -0.47778 L 0.37474 -0.51643 " pathEditMode="relative" ptsTypes="AA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40794 -0.48519 L 0.44596 -0.49098 " pathEditMode="relative" ptsTypes="AA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animMotion origin="layout" path="M 0.47344 -0.4963 L 0.49518 -0.44399 " pathEditMode="relative" ptsTypes="AA">
                                      <p:cBhvr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0" presetClass="path" presetSubtype="0" repeatCount="400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509 L -0.59779 0.0375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44" y="213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repeatCount="400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0091 -0.00509 L -0.59779 0.0375 " pathEditMode="relative" rAng="0" ptsTypes="AA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844" y="213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1" dur="2250" fill="hold"/>
                                        <p:tgtEl>
                                          <p:spTgt spid="21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3" dur="2250" fill="hold"/>
                                        <p:tgtEl>
                                          <p:spTgt spid="23"/>
                                        </p:tgtEl>
                                      </p:cBhvr>
                                      <p:by x="20000" y="20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750"/>
                            </p:stCondLst>
                            <p:childTnLst>
                              <p:par>
                                <p:cTn id="8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4800000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0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4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Scale>
                                      <p:cBhvr>
                                        <p:cTn id="96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98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100" dur="25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2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22" presetClass="exit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750"/>
                            </p:stCondLst>
                            <p:childTnLst>
                              <p:par>
                                <p:cTn id="10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7750"/>
                            </p:stCondLst>
                            <p:childTnLst>
                              <p:par>
                                <p:cTn id="11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87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9250"/>
                            </p:stCondLst>
                            <p:childTnLst>
                              <p:par>
                                <p:cTn id="118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518" y="4192828"/>
            <a:ext cx="638762" cy="63876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4" y="7191910"/>
            <a:ext cx="615474" cy="61547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5" y="7191909"/>
            <a:ext cx="615474" cy="615474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5" y="7191919"/>
            <a:ext cx="615474" cy="615474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6" y="7191909"/>
            <a:ext cx="615474" cy="615474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7" y="7191924"/>
            <a:ext cx="615474" cy="615474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4806966" y="7191929"/>
            <a:ext cx="615474" cy="615474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0840" y="3738607"/>
            <a:ext cx="1055060" cy="105506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106565">
            <a:off x="12513103" y="4077255"/>
            <a:ext cx="615474" cy="61547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691" y="4040850"/>
            <a:ext cx="1006417" cy="942719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555146" y="291548"/>
            <a:ext cx="38477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err="1"/>
              <a:t>gyg</a:t>
            </a:r>
            <a:r>
              <a:rPr lang="zh-CN" altLang="en-US" sz="4000" b="1" dirty="0" smtClean="0"/>
              <a:t>合卡</a:t>
            </a:r>
            <a:r>
              <a:rPr lang="en-US" altLang="zh-CN" sz="4000" b="1" dirty="0" smtClean="0"/>
              <a:t>be like</a:t>
            </a:r>
            <a:r>
              <a:rPr lang="zh-CN" altLang="en-US" sz="4000" b="1" dirty="0" smtClean="0"/>
              <a:t>：</a:t>
            </a:r>
            <a:endParaRPr lang="zh-CN" altLang="en-US" sz="4000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8672103" y="1716157"/>
            <a:ext cx="14734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/>
              <a:t>6=1</a:t>
            </a:r>
            <a:r>
              <a:rPr lang="zh-CN" altLang="en-US" sz="4000" b="1" dirty="0" smtClean="0"/>
              <a:t>！</a:t>
            </a:r>
            <a:endParaRPr lang="zh-CN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72589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8000" decel="8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37 0.00463 -0.01276 0.00324 -0.05547 0 C -0.05703 -0.00023 -0.05834 -0.00162 -0.0599 -0.00208 C -0.06172 -0.00278 -0.06719 -0.00347 -0.06966 -0.00602 C -0.07188 -0.0081 -0.07383 -0.01157 -0.07618 -0.01366 C -0.07761 -0.01481 -0.07917 -0.01574 -0.08047 -0.01759 C -0.08177 -0.01898 -0.08243 -0.02176 -0.08373 -0.02315 C -0.08698 -0.02685 -0.09466 -0.03333 -0.09896 -0.03472 L -0.10443 -0.0368 C -0.11615 -0.03542 -0.11901 -0.03611 -0.12826 -0.03287 C -0.13855 -0.0294 -0.12761 -0.03264 -0.13594 -0.02917 C -0.13776 -0.02824 -0.13959 -0.02778 -0.14141 -0.02708 C -0.14284 -0.02662 -0.14427 -0.02569 -0.14571 -0.02523 C -0.14792 -0.02454 -0.15013 -0.02407 -0.15222 -0.02315 C -0.15339 -0.02292 -0.15443 -0.02176 -0.15547 -0.0213 C -0.1573 -0.0206 -0.15912 -0.01991 -0.16094 -0.01944 C -0.17006 -0.01643 -0.16849 -0.01736 -0.18047 -0.01551 C -0.1819 -0.01481 -0.18334 -0.01412 -0.1849 -0.01366 C -0.19089 -0.01134 -0.19466 -0.01111 -0.20118 -0.00972 C -0.20365 -0.00856 -0.20612 -0.00671 -0.20873 -0.00602 C -0.22344 -0.00069 -0.23881 -0.00625 -0.25326 -0.00787 C -0.25508 -0.00856 -0.25716 -0.0081 -0.25873 -0.00972 C -0.25873 -0.00972 -0.26628 -0.02315 -0.26745 -0.02523 C -0.26849 -0.02708 -0.26927 -0.02986 -0.27071 -0.03102 C -0.27214 -0.03217 -0.2737 -0.03333 -0.275 -0.03472 C -0.27591 -0.03588 -0.27644 -0.0375 -0.27722 -0.03866 C -0.27826 -0.04005 -0.27943 -0.0412 -0.28047 -0.04259 C -0.2819 -0.04444 -0.28321 -0.04676 -0.2849 -0.04838 C -0.28659 -0.05 -0.28855 -0.05069 -0.29024 -0.05231 C -0.2918 -0.05347 -0.2931 -0.05486 -0.29466 -0.05602 C -0.29571 -0.05694 -0.29675 -0.05717 -0.29792 -0.0581 C -0.30834 -0.06481 -0.29922 -0.05949 -0.30651 -0.06366 L -0.35118 -0.0618 C -0.35339 -0.06157 -0.35547 -0.06042 -0.35769 -0.05995 C -0.36016 -0.05926 -0.36276 -0.05856 -0.36524 -0.0581 C -0.36745 -0.05741 -0.36966 -0.05671 -0.37175 -0.05602 C -0.37435 -0.05532 -0.37683 -0.05486 -0.37943 -0.05417 C -0.38125 -0.0537 -0.38295 -0.05278 -0.38477 -0.05231 C -0.38933 -0.05092 -0.39258 -0.05069 -0.39675 -0.04838 C -0.41459 -0.03773 -0.39141 -0.05069 -0.40651 -0.04074 C -0.40795 -0.03958 -0.40951 -0.03958 -0.41094 -0.03866 C -0.41524 -0.03634 -0.41966 -0.03356 -0.42396 -0.03102 C -0.428 -0.0287 -0.43568 -0.0243 -0.4392 -0.0213 C -0.45625 -0.00741 -0.43164 -0.02407 -0.45118 -0.00972 C -0.45326 -0.0081 -0.45547 -0.00717 -0.45769 -0.00602 C -0.45873 -0.00532 -0.45977 -0.0044 -0.46094 -0.00393 C -0.46381 -0.00278 -0.4668 -0.00185 -0.46966 0 C -0.48216 0.00741 -0.46237 0.00116 -0.48269 0.00556 C -0.48373 0.00625 -0.48477 0.00718 -0.48594 0.00764 C -0.49805 0.0125 -0.51524 0.01088 -0.525 0.01158 C -0.53412 0.01088 -0.54323 0.01111 -0.55222 0.00949 C -0.55417 0.00926 -0.55586 0.00695 -0.55769 0.00556 C -0.55873 0.00486 -0.5599 0.0044 -0.56094 0.0037 C -0.56459 0.00116 -0.5681 -0.00185 -0.57175 -0.00393 C -0.57865 -0.0081 -0.57839 -0.00717 -0.58477 -0.01366 C -0.59336 -0.02199 -0.58099 -0.0125 -0.59466 -0.02315 C -0.59571 -0.02407 -0.59688 -0.0243 -0.59792 -0.02523 C -0.6073 -0.03356 -0.59935 -0.02917 -0.60769 -0.03287 C -0.61328 -0.03958 -0.60925 -0.03588 -0.61849 -0.03866 C -0.62032 -0.03912 -0.62214 -0.04005 -0.62396 -0.04074 C -0.62618 -0.04143 -0.62826 -0.0419 -0.63047 -0.04259 C -0.63841 -0.0419 -0.64649 -0.04167 -0.65443 -0.04074 C -0.65599 -0.04051 -0.66654 -0.0375 -0.66849 -0.0368 C -0.67266 -0.03542 -0.67526 -0.03333 -0.67943 -0.03102 C -0.68047 -0.03032 -0.68164 -0.02986 -0.68269 -0.02917 C -0.68412 -0.02778 -0.68542 -0.02592 -0.68698 -0.02523 C -0.68946 -0.02407 -0.69206 -0.02384 -0.69453 -0.02315 C -0.69571 -0.02268 -0.69688 -0.02222 -0.69792 -0.0213 C -0.69909 -0.02037 -0.69987 -0.01829 -0.70118 -0.01759 C -0.70391 -0.01574 -0.70977 -0.01366 -0.70977 -0.01366 C -0.71094 -0.01227 -0.71185 -0.01065 -0.71302 -0.00972 C -0.71446 -0.0088 -0.71602 -0.00833 -0.71745 -0.00787 C -0.72448 -0.00532 -0.7224 -0.00694 -0.72826 -0.00393 C -0.72943 -0.00347 -0.73047 -0.00255 -0.73151 -0.00208 C -0.73295 -0.00139 -0.73451 -0.00092 -0.73594 0 C -0.73698 0.00046 -0.73802 0.00162 -0.7392 0.00185 C -0.7431 0.00278 -0.74714 0.00301 -0.75118 0.0037 C -0.75443 0.0044 -0.75756 0.00556 -0.76094 0.00556 C -0.77214 0.00625 -0.78334 0.00556 -0.79453 0.00556 L -0.79779 0.00764 " pathEditMode="relative" ptsTypes="AAAAAAAAAAAAAAAAAAAAAAAAAAAAAAAAAAAAAAAAAAAAAAAAAAAAAAAAAAAAAAAAAAAAAAAAAAAAAAAAA">
                                      <p:cBhvr>
                                        <p:cTn id="10" dur="1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8000" decel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37 0.00463 -0.01276 0.00324 -0.05547 0 C -0.05703 -0.00023 -0.05834 -0.00162 -0.0599 -0.00208 C -0.06172 -0.00278 -0.06719 -0.00347 -0.06966 -0.00602 C -0.07188 -0.0081 -0.07383 -0.01157 -0.07618 -0.01366 C -0.07761 -0.01481 -0.07917 -0.01574 -0.08047 -0.01759 C -0.08177 -0.01898 -0.08243 -0.02176 -0.08373 -0.02315 C -0.08698 -0.02685 -0.09466 -0.03333 -0.09896 -0.03472 L -0.10443 -0.0368 C -0.11615 -0.03542 -0.11901 -0.03611 -0.12826 -0.03287 C -0.13855 -0.0294 -0.12761 -0.03264 -0.13594 -0.02917 C -0.13776 -0.02824 -0.13959 -0.02778 -0.14141 -0.02708 C -0.14284 -0.02662 -0.14427 -0.02569 -0.14571 -0.02523 C -0.14792 -0.02454 -0.15013 -0.02407 -0.15222 -0.02315 C -0.15339 -0.02292 -0.15443 -0.02176 -0.15547 -0.0213 C -0.1573 -0.0206 -0.15912 -0.01991 -0.16094 -0.01944 C -0.17006 -0.01643 -0.16849 -0.01736 -0.18047 -0.01551 C -0.1819 -0.01481 -0.18334 -0.01412 -0.1849 -0.01366 C -0.19089 -0.01134 -0.19466 -0.01111 -0.20118 -0.00972 C -0.20365 -0.00856 -0.20612 -0.00671 -0.20873 -0.00602 C -0.22344 -0.00069 -0.23881 -0.00625 -0.25326 -0.00787 C -0.25508 -0.00856 -0.25716 -0.0081 -0.25873 -0.00972 C -0.25873 -0.00972 -0.26628 -0.02315 -0.26745 -0.02523 C -0.26849 -0.02708 -0.26927 -0.02986 -0.27071 -0.03102 C -0.27214 -0.03217 -0.2737 -0.03333 -0.275 -0.03472 C -0.27591 -0.03588 -0.27644 -0.0375 -0.27722 -0.03866 C -0.27826 -0.04005 -0.27943 -0.0412 -0.28047 -0.04259 C -0.2819 -0.04444 -0.28321 -0.04676 -0.2849 -0.04838 C -0.28659 -0.05 -0.28855 -0.05069 -0.29024 -0.05231 C -0.2918 -0.05347 -0.2931 -0.05486 -0.29466 -0.05602 C -0.29571 -0.05694 -0.29675 -0.05717 -0.29792 -0.0581 C -0.30834 -0.06481 -0.29922 -0.05949 -0.30651 -0.06366 L -0.35118 -0.0618 C -0.35339 -0.06157 -0.35547 -0.06042 -0.35769 -0.05995 C -0.36016 -0.05926 -0.36276 -0.05856 -0.36524 -0.0581 C -0.36745 -0.05741 -0.36966 -0.05671 -0.37175 -0.05602 C -0.37435 -0.05532 -0.37683 -0.05486 -0.37943 -0.05417 C -0.38125 -0.0537 -0.38295 -0.05278 -0.38477 -0.05231 C -0.38933 -0.05092 -0.39258 -0.05069 -0.39675 -0.04838 C -0.41459 -0.03773 -0.39141 -0.05069 -0.40651 -0.04074 C -0.40795 -0.03958 -0.40951 -0.03958 -0.41094 -0.03866 C -0.41524 -0.03634 -0.41966 -0.03356 -0.42396 -0.03102 C -0.428 -0.0287 -0.43568 -0.0243 -0.4392 -0.0213 C -0.45625 -0.00741 -0.43164 -0.02407 -0.45118 -0.00972 C -0.45326 -0.0081 -0.45547 -0.00717 -0.45769 -0.00602 C -0.45873 -0.00532 -0.45977 -0.0044 -0.46094 -0.00393 C -0.46381 -0.00278 -0.4668 -0.00185 -0.46966 0 C -0.48216 0.00741 -0.46237 0.00116 -0.48269 0.00556 C -0.48373 0.00625 -0.48477 0.00718 -0.48594 0.00764 C -0.49805 0.0125 -0.51524 0.01088 -0.525 0.01158 C -0.53412 0.01088 -0.54323 0.01111 -0.55222 0.00949 C -0.55417 0.00926 -0.55586 0.00695 -0.55769 0.00556 C -0.55873 0.00486 -0.5599 0.0044 -0.56094 0.0037 C -0.56459 0.00116 -0.5681 -0.00185 -0.57175 -0.00393 C -0.57865 -0.0081 -0.57839 -0.00717 -0.58477 -0.01366 C -0.59336 -0.02199 -0.58099 -0.0125 -0.59466 -0.02315 C -0.59571 -0.02407 -0.59688 -0.0243 -0.59792 -0.02523 C -0.6073 -0.03356 -0.59935 -0.02917 -0.60769 -0.03287 C -0.61328 -0.03958 -0.60925 -0.03588 -0.61849 -0.03866 C -0.62032 -0.03912 -0.62214 -0.04005 -0.62396 -0.04074 C -0.62618 -0.04143 -0.62826 -0.0419 -0.63047 -0.04259 C -0.63841 -0.0419 -0.64649 -0.04167 -0.65443 -0.04074 C -0.65599 -0.04051 -0.66654 -0.0375 -0.66849 -0.0368 C -0.67266 -0.03542 -0.67526 -0.03333 -0.67943 -0.03102 C -0.68047 -0.03032 -0.68164 -0.02986 -0.68269 -0.02917 C -0.68412 -0.02778 -0.68542 -0.02592 -0.68698 -0.02523 C -0.68946 -0.02407 -0.69206 -0.02384 -0.69453 -0.02315 C -0.69571 -0.02268 -0.69688 -0.02222 -0.69792 -0.0213 C -0.69909 -0.02037 -0.69987 -0.01829 -0.70118 -0.01759 C -0.70391 -0.01574 -0.70977 -0.01366 -0.70977 -0.01366 C -0.71094 -0.01227 -0.71185 -0.01065 -0.71302 -0.00972 C -0.71446 -0.0088 -0.71602 -0.00833 -0.71745 -0.00787 C -0.72448 -0.00532 -0.7224 -0.00694 -0.72826 -0.00393 C -0.72943 -0.00347 -0.73047 -0.00255 -0.73151 -0.00208 C -0.73295 -0.00139 -0.73451 -0.00092 -0.73594 0 C -0.73698 0.00046 -0.73802 0.00162 -0.7392 0.00185 C -0.7431 0.00278 -0.74714 0.00301 -0.75118 0.0037 C -0.75443 0.0044 -0.75756 0.00556 -0.76094 0.00556 C -0.77214 0.00625 -0.78334 0.00556 -0.79453 0.00556 L -0.79779 0.00764 " pathEditMode="relative" ptsTypes="AAAAAAAAAAAAAAAAAAAAAAAAAAAAAAAAAAAAAAAAAAAAAAAAAAAAAAAAAAAAAAAAAAAAAAAAAAAAAAAAA">
                                      <p:cBhvr>
                                        <p:cTn id="12" dur="1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726 0.0081 L -0.91354 0.01574 " pathEditMode="relative" ptsTypes="AA">
                                      <p:cBhvr>
                                        <p:cTn id="1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1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19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2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12279 -0.46366 L -0.28151 -0.43843 " pathEditMode="relative" rAng="0" ptsTypes="AA">
                                      <p:cBhvr>
                                        <p:cTn id="27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43" y="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8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216000000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2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Scale>
                                      <p:cBhvr>
                                        <p:cTn id="34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36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6" presetClass="emph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Scale>
                                      <p:cBhvr>
                                        <p:cTn id="38" dur="250" fill="hold"/>
                                        <p:tgtEl>
                                          <p:spTgt spid="28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778 0.00764 L -0.79674 -0.08703 L -0.79453 0.00163 L -0.79778 0.00764 Z " pathEditMode="relative" ptsTypes="AAAA">
                                      <p:cBhvr>
                                        <p:cTn id="6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5146" y="291548"/>
            <a:ext cx="24593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/>
              <a:t>我合卡</a:t>
            </a:r>
            <a:r>
              <a:rPr lang="en-US" altLang="zh-CN" sz="4000" b="1" dirty="0"/>
              <a:t>……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4024217"/>
            <a:ext cx="1166519" cy="11065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475" y="3849688"/>
            <a:ext cx="1170327" cy="106612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407" y="3259967"/>
            <a:ext cx="2161395" cy="7642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62849" y="4060178"/>
            <a:ext cx="702262" cy="45203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16696" y="4024217"/>
            <a:ext cx="1015978" cy="4484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5806" y="1695449"/>
            <a:ext cx="401225" cy="40122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13004" y="3003483"/>
            <a:ext cx="450155" cy="256484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64311" y="1695449"/>
            <a:ext cx="395535" cy="647001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4424" y="2738415"/>
            <a:ext cx="533045" cy="5048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4691" y="4040850"/>
            <a:ext cx="1006417" cy="94271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4486" y="3131725"/>
            <a:ext cx="811900" cy="913387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5392" y="3945149"/>
            <a:ext cx="1112607" cy="1070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0" presetClass="path" presetSubtype="0" decel="1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3.33333E-6 L -6.66667E-6 3.33333E-6 L -0.05313 -0.00185 C -0.05691 -0.00209 -0.06068 -0.00301 -0.06446 -0.00371 C -0.06732 -0.0044 -0.07006 -0.00509 -0.07292 -0.00556 L -0.0823 -0.00741 C -0.09258 -0.00695 -0.10313 -0.00672 -0.11342 -0.00556 C -0.11459 -0.00556 -0.1155 -0.00417 -0.11654 -0.00371 C -0.11863 -0.00301 -0.12084 -0.00278 -0.12279 -0.00185 C -0.12397 -0.00162 -0.12488 -0.0007 -0.12592 3.33333E-6 C -0.12878 0.00116 -0.13165 0.00208 -0.13425 0.0037 C -0.13529 0.00416 -0.13633 0.00486 -0.13738 0.00555 C -0.14024 0.00671 -0.14311 0.00764 -0.14571 0.00926 C -0.14675 0.00972 -0.14779 0.01041 -0.14883 0.01111 C -0.15066 0.0118 -0.15235 0.01227 -0.15404 0.01296 C -0.15821 0.01435 -0.15912 0.01551 -0.16342 0.01666 C -0.16654 0.01736 -0.16967 0.01782 -0.17279 0.01852 C -0.18816 0.01782 -0.20339 0.01828 -0.21863 0.01666 C -0.21954 0.01643 -0.22514 0.01065 -0.22592 0.00926 C -0.22761 0.00625 -0.22865 0.00278 -0.23008 3.33333E-6 C -0.23581 -0.01158 -0.23113 0.00023 -0.23529 -0.01111 C -0.23581 -0.01412 -0.23738 -0.02547 -0.23738 -0.02778 C -0.23738 -0.03403 -0.2379 -0.04097 -0.23633 -0.0463 C -0.2349 -0.05162 -0.22995 -0.05394 -0.22696 -0.05556 C -0.22149 -0.05232 -0.22449 -0.05556 -0.21967 -0.04259 L -0.21758 -0.03704 C -0.21798 -0.02778 -0.21824 -0.01852 -0.21863 -0.00926 C -0.21889 -0.00625 -0.21928 -0.00324 -0.21967 3.33333E-6 C -0.22006 0.00185 -0.22006 0.00416 -0.22071 0.00555 C -0.22149 0.00671 -0.22279 0.00671 -0.22383 0.00741 C -0.22488 0.00926 -0.22579 0.01157 -0.22696 0.01296 C -0.22891 0.01481 -0.23113 0.01528 -0.23321 0.01666 C -0.23777 0.01921 -0.23529 0.01782 -0.2405 0.02037 C -0.24063 0.02014 -0.25821 0.01898 -0.26238 0.01666 C -0.26368 0.01574 -0.26433 0.01366 -0.2655 0.01296 C -0.26719 0.0118 -0.26902 0.01157 -0.27071 0.01111 C -0.27279 0.00856 -0.27475 0.00532 -0.27696 0.0037 C -0.27982 0.00162 -0.28386 -0.00093 -0.28633 -0.00371 C -0.2879 -0.00556 -0.28907 -0.00787 -0.2905 -0.00926 C -0.29154 -0.01042 -0.29272 -0.01042 -0.29363 -0.01111 C -0.29506 -0.01227 -0.29649 -0.01366 -0.29779 -0.01482 C -0.30261 -0.01968 -0.30001 -0.01829 -0.30508 -0.02593 C -0.30613 -0.02755 -0.30743 -0.02824 -0.30821 -0.02963 C -0.30951 -0.03195 -0.31003 -0.03519 -0.31133 -0.03704 C -0.31225 -0.03843 -0.31355 -0.03797 -0.31446 -0.03889 C -0.31667 -0.04121 -0.31837 -0.0456 -0.32071 -0.0463 L -0.32592 -0.04815 C -0.328 -0.04884 -0.33022 -0.04931 -0.33217 -0.05 C -0.3336 -0.0507 -0.33503 -0.05139 -0.33633 -0.05185 C -0.35821 -0.05139 -0.38022 -0.05185 -0.40196 -0.05 C -0.40417 -0.05 -0.40821 -0.0463 -0.40821 -0.0463 C -0.40964 -0.04445 -0.41107 -0.04259 -0.41238 -0.04074 C -0.41342 -0.03959 -0.41472 -0.03889 -0.4155 -0.03704 C -0.41719 -0.0338 -0.41837 -0.02963 -0.41967 -0.02593 L -0.42175 -0.02037 C -0.42214 -0.01806 -0.42279 -0.01551 -0.42279 -0.01297 C -0.42279 -0.0088 -0.42253 -0.0044 -0.42175 3.33333E-6 C -0.42149 0.00208 -0.42071 0.00393 -0.41967 0.00555 C -0.41889 0.00671 -0.41772 0.00694 -0.41654 0.00741 C -0.41381 0.0081 -0.41107 0.00856 -0.40821 0.00926 C -0.40769 0.00903 -0.39089 0.01319 -0.38633 0.0037 C -0.38542 0.00139 -0.38503 -0.00139 -0.38425 -0.00371 C -0.38373 -0.00579 -0.38295 -0.00741 -0.38217 -0.00926 C -0.37904 -0.03241 -0.37878 -0.02801 -0.38113 -0.06111 C -0.38139 -0.06459 -0.38555 -0.07037 -0.38633 -0.07222 C -0.38725 -0.07408 -0.38751 -0.07639 -0.38842 -0.07778 C -0.38972 -0.07963 -0.39128 -0.08056 -0.39258 -0.08148 C -0.39532 -0.08357 -0.40287 -0.08658 -0.40404 -0.08704 L -0.40821 -0.08889 C -0.41485 -0.08843 -0.42149 -0.08866 -0.428 -0.08704 L -0.43738 -0.08148 C -0.43842 -0.08102 -0.43959 -0.08079 -0.4405 -0.07963 C -0.44467 -0.075 -0.44245 -0.07685 -0.44675 -0.07408 C -0.44818 -0.07222 -0.44949 -0.07014 -0.45092 -0.06852 C -0.45196 -0.06759 -0.45313 -0.06759 -0.45404 -0.06667 C -0.45782 -0.06389 -0.45821 -0.0632 -0.46133 -0.05926 C -0.46589 -0.04746 -0.46042 -0.05926 -0.46758 -0.05185 C -0.47305 -0.04653 -0.46876 -0.04722 -0.47279 -0.04074 C -0.47475 -0.03797 -0.47696 -0.03588 -0.47904 -0.03334 C -0.48008 -0.03218 -0.481 -0.03056 -0.48217 -0.02963 L -0.48842 -0.02593 C -0.48946 -0.02547 -0.49063 -0.02523 -0.49154 -0.02408 C -0.49493 -0.02037 -0.49649 -0.01759 -0.50092 -0.01667 C -0.50404 -0.01621 -0.5073 -0.01574 -0.51029 -0.01482 C -0.51212 -0.01459 -0.51381 -0.01366 -0.5155 -0.01297 C -0.51837 -0.01227 -0.5211 -0.01181 -0.52383 -0.01111 C -0.53321 -0.01181 -0.54272 -0.01134 -0.55196 -0.01297 C -0.55482 -0.01366 -0.55587 -0.01945 -0.55717 -0.02222 C -0.55821 -0.02431 -0.55925 -0.02639 -0.56029 -0.02778 C -0.56238 -0.03056 -0.56654 -0.03519 -0.56654 -0.03519 C -0.57149 -0.03472 -0.57644 -0.03565 -0.58113 -0.03334 C -0.58243 -0.03287 -0.58243 -0.0294 -0.58321 -0.02778 C -0.58412 -0.02639 -0.58529 -0.02547 -0.58633 -0.02408 C -0.58673 -0.02222 -0.58673 -0.02014 -0.58738 -0.01852 C -0.5892 -0.01459 -0.59219 -0.01412 -0.59467 -0.01297 C -0.59962 -0.01366 -0.60443 -0.01389 -0.60925 -0.01482 C -0.61042 -0.01505 -0.61133 -0.01667 -0.61238 -0.01667 C -0.61446 -0.01713 -0.61654 -0.01667 -0.61863 -0.01667 L -0.61863 -0.01667 " pathEditMode="relative" ptsTypes="AAAAAAAAAAAAAAAAAAAAAAAAAAAAAAAAAAAAAAAAAAAAAAAAAAAAAAAAAAAAAAAAAAAAAAAAAAAAAAAAAAAAAAAAAAAAAAAAAAA">
                                      <p:cBhvr>
                                        <p:cTn id="13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21600000">
                                      <p:cBhvr>
                                        <p:cTn id="17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0079 0.00046 L 0.00079 -0.13102 " pathEditMode="relative" ptsTypes="AA">
                                      <p:cBhvr>
                                        <p:cTn id="23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750"/>
                            </p:stCondLst>
                            <p:childTnLst>
                              <p:par>
                                <p:cTn id="31" presetID="0" presetClass="path" presetSubtype="0" accel="26000" decel="74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16667E-7 3.33333E-6 L 4.16667E-7 3.33333E-6 C 0.00065 -0.00556 0.00378 -0.02084 0.00104 -0.02778 C 0.00013 -0.02986 -0.00182 -0.02917 -0.00312 -0.02963 C -0.00729 -0.02917 -0.01146 -0.02894 -0.01562 -0.02778 C -0.0168 -0.02755 -0.01797 -0.02732 -0.01875 -0.02593 C -0.01953 -0.02477 -0.01953 -0.02223 -0.01979 -0.02037 C -0.01992 -0.01945 -0.02148 0.01365 -0.02187 0.01666 C -0.02226 0.01875 -0.02291 0.02083 -0.02396 0.02222 C -0.02591 0.02407 -0.02812 0.02477 -0.03021 0.02592 L -0.03854 0.02963 C -0.04479 0.02893 -0.05104 0.0287 -0.05729 0.02777 C -0.05846 0.02754 -0.05963 0.02708 -0.06041 0.02592 C -0.06276 0.02268 -0.06419 0.01736 -0.06666 0.01481 C -0.06849 0.01296 -0.07031 0.01134 -0.07187 0.00926 C -0.08359 -0.00648 -0.06549 0.01504 -0.07812 -0.00371 C -0.07903 -0.0051 -0.08021 -0.0051 -0.08125 -0.00556 C -0.09049 -0.01042 -0.08112 -0.00486 -0.08854 -0.00926 C -0.10208 -0.00741 -0.09883 -0.01343 -0.10416 3.33333E-6 C -0.10495 0.00162 -0.1056 0.0037 -0.10625 0.00555 C -0.10885 0.02361 -0.1056 -0.0007 -0.10833 0.03333 C -0.10872 0.03796 -0.10976 0.04097 -0.1125 0.04259 C -0.11484 0.04375 -0.11745 0.04375 -0.11979 0.04444 C -0.1237 0.04375 -0.12773 0.0449 -0.13125 0.04259 C -0.13268 0.04143 -0.13281 0.0375 -0.13333 0.03518 C -0.13424 0.03125 -0.13489 0.02592 -0.13541 0.02222 C -0.13607 0.01273 -0.13502 0.00625 -0.13854 3.33333E-6 C -0.13945 -0.00162 -0.14062 -0.00255 -0.14166 -0.00371 C -0.14336 -0.00348 -0.15364 -0.00301 -0.15729 3.33333E-6 C -0.15846 0.00069 -0.15937 0.00231 -0.16041 0.0037 C -0.16081 0.00555 -0.16146 0.00717 -0.16146 0.00926 C -0.16146 0.02546 -0.16133 0.02477 -0.15937 0.03518 C -0.15976 0.03889 -0.15911 0.04328 -0.16041 0.04629 C -0.16185 0.04907 -0.16666 0.05 -0.16666 0.05 C -0.16849 0.0493 -0.17031 0.04953 -0.17187 0.04815 C -0.175 0.04537 -0.17513 0.0419 -0.17604 0.03703 C -0.17578 0.03078 -0.17552 0.02453 -0.175 0.01852 C -0.17422 0.00764 -0.17135 0.00694 -0.175 -0.00741 C -0.17565 -0.00996 -0.17786 -0.0088 -0.17916 -0.00926 C -0.18515 -0.0088 -0.19114 -0.00973 -0.19687 -0.00741 C -0.19818 -0.00718 -0.1987 -0.00417 -0.19896 -0.00185 C -0.2 0.00393 -0.20052 0.01041 -0.20104 0.01666 C -0.20195 0.02592 -0.20247 0.03102 -0.20312 0.04074 C -0.20351 0.04606 -0.20247 0.05254 -0.20416 0.0574 C -0.20534 0.06065 -0.21041 0.06111 -0.21041 0.06111 C -0.21224 0.05972 -0.21393 0.05856 -0.21562 0.0574 C -0.21666 0.05671 -0.21784 0.05648 -0.21875 0.05555 C -0.22005 0.05393 -0.22083 0.05185 -0.22187 0.05 C -0.22435 0.0368 -0.22422 0.04027 -0.22187 0.01666 C -0.22174 0.01435 -0.22057 0.01296 -0.21979 0.01111 C -0.2194 0.00324 -0.21771 -0.01551 -0.21979 -0.02408 C -0.22031 -0.02593 -0.22187 -0.02547 -0.22291 -0.02593 C -0.225 -0.02547 -0.22734 -0.02593 -0.22916 -0.02408 C -0.23034 -0.02315 -0.23034 -0.02014 -0.23125 -0.01852 C -0.23216 -0.01736 -0.23333 -0.01736 -0.23437 -0.01667 C -0.23711 -0.00278 -0.23346 -0.02014 -0.2375 -0.00556 C -0.23828 -0.00301 -0.23932 0.00486 -0.23958 0.0074 C -0.23932 0.01342 -0.23932 0.01967 -0.23854 0.02592 C -0.23828 0.02801 -0.23698 0.0294 -0.23646 0.03148 C -0.23594 0.03379 -0.23594 0.03634 -0.23541 0.03889 C -0.23489 0.04259 -0.23333 0.05 -0.23333 0.05 C -0.23411 0.06319 -0.23164 0.06759 -0.2375 0.07222 C -0.23893 0.07315 -0.24036 0.07338 -0.24166 0.07407 C -0.24765 0.07338 -0.25364 0.07407 -0.25937 0.07222 C -0.26094 0.07152 -0.26185 0.06875 -0.2625 0.06666 C -0.26367 0.06319 -0.26458 0.05555 -0.26458 0.05555 C -0.26432 0.05115 -0.26406 0.04676 -0.26354 0.04259 C -0.26341 0.04051 -0.26276 0.03889 -0.2625 0.03703 C -0.26211 0.03333 -0.26198 0.0294 -0.26146 0.02592 C -0.26041 0.0162 -0.26081 0.02106 -0.25937 0.01296 C -0.25898 0.01041 -0.25872 0.00787 -0.25833 0.00555 C -0.25872 -0.0081 -0.25846 -0.02176 -0.25937 -0.03519 C -0.25963 -0.0375 -0.26028 -0.04051 -0.26146 -0.04074 C -0.26497 -0.0419 -0.26849 -0.03959 -0.27187 -0.03889 C -0.27265 -0.03403 -0.27435 -0.02917 -0.27396 -0.02408 C -0.27331 -0.0125 -0.27278 -0.0007 -0.27187 0.01111 C -0.27109 0.02245 -0.27096 0.01458 -0.26875 0.02592 C -0.26784 0.03055 -0.26758 0.03588 -0.26666 0.04074 L -0.26562 0.04629 C -0.26745 0.06875 -0.26575 0.05092 -0.26771 0.06666 C -0.2681 0.06967 -0.2681 0.07291 -0.26875 0.07592 C -0.26979 0.07986 -0.27213 0.08264 -0.27291 0.08703 C -0.27539 0.1 -0.27226 0.08379 -0.27604 0.1 C -0.27656 0.10162 -0.27643 0.10393 -0.27708 0.10555 C -0.27786 0.10717 -0.27916 0.10787 -0.28021 0.10926 C -0.28164 0.10856 -0.28346 0.10926 -0.28437 0.1074 C -0.28555 0.10486 -0.28541 0.10115 -0.28541 0.09815 C -0.28541 0.0669 -0.28607 0.07315 -0.28229 0.0537 C -0.28203 0.0493 -0.28138 0.0449 -0.28125 0.04074 C -0.28073 0.02222 -0.2806 0.0037 -0.28021 -0.01482 C -0.27995 -0.03773 -0.27916 -0.06065 -0.27916 -0.08334 C -0.27916 -0.08588 -0.27982 -0.07848 -0.28021 -0.07593 C -0.28802 -0.03935 -0.27825 -0.09074 -0.28333 -0.06297 C -0.28372 -0.0551 -0.28398 -0.04699 -0.28437 -0.03889 C -0.28463 -0.03588 -0.28541 -0.03287 -0.28541 -0.02963 C -0.2862 0.02569 -0.28555 0.08148 -0.28646 0.13703 C -0.28659 0.14074 -0.28854 0.14815 -0.28854 0.14815 C -0.28932 0.14305 -0.29075 0.13819 -0.29062 0.13333 C -0.28958 -0.05695 -0.29401 0.00926 -0.28854 -0.06667 C -0.28789 -0.01227 -0.28659 0.00995 -0.28854 0.0574 C -0.2888 0.06041 -0.28932 0.06342 -0.28958 0.06666 C -0.2901 0.07152 -0.29036 0.07639 -0.29062 0.08148 C -0.29101 0.0868 -0.2914 0.09236 -0.29166 0.09815 C -0.29219 0.10717 -0.29206 0.11666 -0.29271 0.12592 C -0.2931 0.12963 -0.29414 0.13333 -0.29479 0.13703 C -0.29518 0.1419 -0.29544 0.14676 -0.29583 0.15185 C -0.29622 0.15532 -0.29726 0.16458 -0.29791 0.16852 C -0.29857 0.17222 -0.29961 0.17569 -0.3 0.17963 C -0.3013 0.19074 -0.30052 0.18588 -0.30208 0.19444 C -0.30182 0.15231 -0.30169 0.11041 -0.30104 0.06852 C -0.30104 0.06412 -0.29974 0.04282 -0.29896 0.03703 C -0.29844 0.03194 -0.29765 0.02708 -0.29687 0.02222 C -0.29648 0.01435 -0.29492 -0.0081 -0.29479 -0.01482 C -0.29479 -0.01551 -0.29609 -0.08935 -0.29271 -0.11852 C -0.29258 -0.1206 -0.29206 -0.12223 -0.29166 -0.12408 C -0.28906 -0.14051 -0.29219 -0.12385 -0.28958 -0.13704 C -0.28997 -0.12848 -0.29023 -0.11991 -0.29062 -0.11111 C -0.29088 -0.10741 -0.29153 -0.10394 -0.29166 -0.1 C -0.2931 -0.06667 -0.29206 -0.06667 -0.29375 -0.03889 C -0.29401 -0.03519 -0.29453 -0.03148 -0.29479 -0.02778 C -0.29544 -0.02269 -0.29609 -0.01644 -0.29687 -0.01111 C -0.29726 -0.00926 -0.29765 -0.00741 -0.29791 -0.00556 C -0.30026 0.02754 -0.29778 -0.00394 -0.3 0.01666 C -0.30052 0.02014 -0.30013 0.0243 -0.30104 0.02777 C -0.30195 0.03055 -0.30586 0.0324 -0.30729 0.03333 C -0.30937 0.0324 -0.31354 0.03148 -0.31562 0.02963 C -0.3168 0.02847 -0.31771 0.02685 -0.31875 0.02592 C -0.32109 0.02384 -0.32122 0.02407 -0.32291 0.02407 L -0.32291 0.02407 " pathEditMode="relative" ptsTypes="AAAAAAAAAAAAAAAAAAAAAAAAAAAAAAAAAAAAAAAAAAAAAAAAAAAAAAAAAAAAAAAAAAAAAAAAAAAAAAAAAAAAAAAAAAAAAAAAAAAAAAAAAAAAAAAAAAAAAAAAAAAAAAAAA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08000000">
                                      <p:cBhvr>
                                        <p:cTn id="3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50"/>
                            </p:stCondLst>
                            <p:childTnLst>
                              <p:par>
                                <p:cTn id="36" presetID="8" presetClass="emph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Rot by="432000000">
                                      <p:cBhvr>
                                        <p:cTn id="3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" y="125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600000" y="16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Scale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" y="125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75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750"/>
                            </p:stCondLst>
                            <p:childTnLst>
                              <p:par>
                                <p:cTn id="5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727 0.22731 L 0.19727 0.22731 C 0.19935 0.22291 0.20104 0.21805 0.20352 0.21435 C 0.2043 0.21296 0.2056 0.21319 0.20664 0.2125 C 0.20768 0.21134 0.20872 0.21018 0.20977 0.20879 C 0.21406 0.20231 0.21107 0.20324 0.21497 0.20324 L 0.2181 0.19953 C 0.22669 0.18981 0.22305 0.19027 0.22747 0.19027 L 0.22747 0.19027 L 0.24206 0.17916 L 0.25039 0.17546 C 0.25586 0.17592 0.26146 0.17615 0.26706 0.17731 C 0.26836 0.17754 0.26979 0.17847 0.27122 0.17916 C 0.28125 0.1831 0.27135 0.1787 0.28268 0.18287 C 0.28398 0.18333 0.28542 0.18402 0.28685 0.18472 C 0.2918 0.19051 0.28867 0.1875 0.29622 0.19213 L 0.29935 0.19398 L 0.30247 0.19583 C 0.30352 0.19768 0.3043 0.19976 0.3056 0.20139 C 0.30651 0.20231 0.30781 0.20185 0.30872 0.20324 C 0.31094 0.20625 0.3125 0.21134 0.31497 0.21435 L 0.3181 0.21805 C 0.31875 0.2199 0.31914 0.22199 0.32018 0.22361 C 0.32096 0.22476 0.3224 0.22407 0.32331 0.22546 C 0.32552 0.22847 0.32786 0.23217 0.32956 0.23657 C 0.33333 0.24676 0.32956 0.23796 0.33477 0.24583 C 0.34492 0.26088 0.33177 0.24236 0.33997 0.25694 C 0.34075 0.25833 0.34206 0.25926 0.3431 0.26064 C 0.34544 0.27314 0.34219 0.25949 0.34727 0.2699 C 0.34883 0.27314 0.35 0.27731 0.35143 0.28101 C 0.35208 0.28287 0.35247 0.28518 0.35352 0.28657 L 0.35664 0.29027 C 0.35716 0.29421 0.35872 0.30601 0.35977 0.30879 L 0.36185 0.31435 L 0.36185 0.31435 " pathEditMode="relative" ptsTypes="AAAAAAAAAAAAAAAAAAAAAAAAAAAAAAAAAAA">
                                      <p:cBhvr>
                                        <p:cTn id="5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34 0.20671 L 0.40234 0.20671 C 0.39948 0.20486 0.39648 0.20347 0.39388 0.20116 C 0.39271 0.19977 0.39206 0.19699 0.39075 0.1956 C 0.38854 0.19259 0.38607 0.19144 0.38346 0.19005 C 0.38125 0.18588 0.38021 0.18334 0.37721 0.18079 C 0.37253 0.17639 0.37552 0.18171 0.37096 0.17523 C 0.3612 0.16065 0.37747 0.18079 0.36159 0.16227 C 0.36055 0.16088 0.35977 0.1588 0.35846 0.15857 L 0.35325 0.15671 C 0.34258 0.15718 0.33177 0.15741 0.32096 0.15857 C 0.31771 0.1588 0.31289 0.16042 0.3095 0.16227 C 0.30742 0.1632 0.30534 0.16459 0.30325 0.16597 C 0.30221 0.16644 0.30104 0.16667 0.30013 0.16783 C 0.29805 0.17014 0.29635 0.17361 0.29388 0.17523 L 0.28763 0.17894 C 0.28659 0.18079 0.28568 0.18264 0.2845 0.18449 C 0.28073 0.19005 0.28164 0.18588 0.27825 0.19375 C 0.27682 0.19722 0.27591 0.20162 0.27409 0.20486 C 0.27305 0.20671 0.27187 0.20834 0.27096 0.21042 C 0.26953 0.21389 0.26862 0.21829 0.2668 0.22153 C 0.26575 0.22338 0.26471 0.225 0.26367 0.22709 C 0.2595 0.23634 0.26419 0.2294 0.25859 0.23634 C 0.25599 0.25023 0.2599 0.23357 0.25443 0.2456 C 0.25378 0.24699 0.25391 0.24931 0.25338 0.25116 C 0.25286 0.25301 0.25195 0.25463 0.2513 0.25671 C 0.25026 0.25972 0.24935 0.26273 0.24818 0.26597 C 0.24687 0.26968 0.24531 0.27222 0.24505 0.27709 C 0.24479 0.28195 0.24505 0.28681 0.24505 0.2919 L 0.24505 0.2919 " pathEditMode="relative" ptsTypes="AAAAAAAAAAAAAAAAAAAAAAAAAAAAAA">
                                      <p:cBhvr>
                                        <p:cTn id="5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13 0.36898 L 0.3513 0.36898 C 0.34987 0.36343 0.34857 0.35764 0.34714 0.35231 C 0.34648 0.34977 0.34557 0.34745 0.34505 0.34491 C 0.34414 0.3412 0.34362 0.3375 0.34297 0.3338 C 0.34258 0.33194 0.34206 0.33009 0.34193 0.32824 C 0.34128 0.32292 0.34062 0.31667 0.33984 0.31157 C 0.33919 0.30764 0.33815 0.30417 0.33776 0.30046 C 0.33685 0.29236 0.33633 0.28819 0.33568 0.28009 C 0.33516 0.275 0.33503 0.27014 0.33464 0.26528 C 0.33424 0.2625 0.33164 0.25116 0.33151 0.25046 C 0.33112 0.24606 0.33099 0.24167 0.33047 0.2375 C 0.32969 0.23287 0.32721 0.22315 0.3263 0.21713 C 0.32552 0.21204 0.32474 0.20718 0.32422 0.20231 C 0.3237 0.19907 0.32357 0.19606 0.32318 0.19306 C 0.32148 0.18218 0.32096 0.18241 0.31901 0.17268 C 0.31823 0.16898 0.31745 0.16528 0.31693 0.16157 C 0.31484 0.14907 0.31693 0.15602 0.31276 0.13935 C 0.31224 0.13727 0.3112 0.13565 0.31068 0.1338 C 0.30547 0.11551 0.31133 0.13171 0.30651 0.11898 C 0.30612 0.11643 0.30586 0.11389 0.30547 0.11157 C 0.30469 0.10718 0.30417 0.1037 0.30234 0.10046 C 0.30026 0.09676 0.29857 0.0963 0.29609 0.09491 C 0.2931 0.09537 0.28698 0.09537 0.28359 0.09861 C 0.28125 0.10046 0.27891 0.10417 0.27734 0.10787 C 0.27643 0.10949 0.27578 0.11134 0.27526 0.11343 C 0.27318 0.1206 0.27513 0.11806 0.27318 0.12639 C 0.27266 0.12824 0.27161 0.12986 0.27109 0.13194 C 0.26667 0.14722 0.27383 0.12708 0.26797 0.14306 C 0.26758 0.14537 0.26719 0.14792 0.26693 0.15046 C 0.26654 0.15347 0.26628 0.15648 0.26589 0.15972 C 0.26549 0.16157 0.2651 0.16343 0.26484 0.16528 C 0.26367 0.18727 0.2638 0.1787 0.2638 0.1912 L 0.2638 0.1912 " pathEditMode="relative" ptsTypes="AAAAAAAAAAAAAAAAAAAAAAAAAAAAAAAAAA">
                                      <p:cBhvr>
                                        <p:cTn id="5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791 0.38704 L 0.24791 0.38704 C 0.24856 0.36088 0.24726 0.35764 0.25 0.34074 C 0.25026 0.33866 0.25065 0.33704 0.25104 0.33519 C 0.25143 0.33264 0.25156 0.33009 0.25208 0.32778 C 0.2526 0.32384 0.25416 0.31667 0.25416 0.31667 C 0.25442 0.30926 0.25455 0.30162 0.25521 0.29445 C 0.25664 0.27709 0.25716 0.28334 0.25937 0.26852 C 0.25976 0.26528 0.26172 0.24861 0.26354 0.24445 C 0.26458 0.2419 0.26627 0.24074 0.26771 0.23889 C 0.27018 0.22547 0.26666 0.24144 0.27187 0.22778 C 0.27239 0.22593 0.27239 0.22384 0.27291 0.22222 C 0.27343 0.22014 0.27422 0.21852 0.275 0.21667 C 0.27526 0.21412 0.27552 0.21158 0.27604 0.20926 C 0.27734 0.20232 0.27877 0.20023 0.28125 0.19445 C 0.2819 0.19074 0.28203 0.18658 0.28333 0.18334 L 0.2875 0.17222 C 0.28815 0.17037 0.28906 0.16875 0.28958 0.16667 C 0.29101 0.1588 0.28958 0.16204 0.29375 0.15741 C 0.29752 0.14699 0.29362 0.15509 0.29896 0.15 C 0.30104 0.14769 0.30312 0.14491 0.30521 0.14259 C 0.30625 0.14121 0.30703 0.13959 0.30833 0.13889 L 0.31146 0.13704 C 0.31692 0.1375 0.32265 0.13681 0.32812 0.13889 C 0.32955 0.13935 0.33007 0.14283 0.33125 0.14445 C 0.3332 0.14699 0.3375 0.15185 0.3375 0.15185 C 0.34231 0.16482 0.33958 0.16042 0.34479 0.16667 C 0.34505 0.16852 0.34531 0.17037 0.34583 0.17222 C 0.34635 0.17408 0.34791 0.17778 0.34791 0.17778 L 0.34791 0.17778 " pathEditMode="relative" ptsTypes="AAAAAAAAAAAAAAAAAAAAAAAAAAAAAA">
                                      <p:cBhvr>
                                        <p:cTn id="57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507 0.03842 L 0.35507 0.03842 C 0.35182 0.03958 0.34856 0.03981 0.34557 0.04213 C 0.34335 0.04375 0.3414 0.04699 0.33932 0.04953 L 0.33619 0.05324 C 0.33554 0.05509 0.33515 0.05717 0.33411 0.05879 C 0.33333 0.05995 0.33176 0.05926 0.33098 0.06065 C 0.32929 0.06365 0.32825 0.06805 0.32682 0.07176 L 0.32473 0.07731 C 0.32447 0.07963 0.32447 0.0824 0.32369 0.08472 C 0.31458 0.11319 0.32591 0.06967 0.31848 0.09583 C 0.31809 0.09745 0.31796 0.09953 0.31744 0.10139 C 0.31666 0.1044 0.31314 0.11203 0.31223 0.11435 C 0.30077 0.14352 0.31184 0.11389 0.30702 0.13102 C 0.3065 0.13287 0.30559 0.13449 0.30494 0.13657 C 0.30364 0.14143 0.30351 0.14791 0.30286 0.15324 C 0.30143 0.16551 0.30208 0.15046 0.30077 0.16805 C 0.29999 0.18032 0.29973 0.19259 0.29869 0.20509 C 0.29843 0.20926 0.29804 0.21365 0.29765 0.21805 C 0.29726 0.22338 0.29713 0.22916 0.29661 0.23472 C 0.29635 0.23842 0.29609 0.24213 0.29557 0.24583 C 0.29531 0.24815 0.29466 0.25069 0.29452 0.25324 C 0.29426 0.26481 0.29452 0.27662 0.29452 0.28842 L 0.29452 0.28842 " pathEditMode="relative" ptsTypes="AAAAAAAAAAAAAAAAAAAAAAAA">
                                      <p:cBhvr>
                                        <p:cTn id="5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637 0.04398 L 0.25637 0.04398 C 0.25807 0.04607 0.26484 0.05371 0.26679 0.0588 C 0.26731 0.06042 0.26731 0.0625 0.26783 0.06435 C 0.269 0.06806 0.27122 0.07107 0.272 0.07546 C 0.27265 0.07917 0.27278 0.0831 0.27408 0.08658 L 0.27825 0.09769 C 0.2789 0.09954 0.27994 0.10093 0.28033 0.10324 C 0.28385 0.12176 0.27851 0.09283 0.28242 0.11621 C 0.28307 0.11991 0.28372 0.12361 0.2845 0.12732 L 0.28554 0.13287 L 0.28658 0.13843 C 0.29166 0.20139 0.28762 0.14699 0.28762 0.30324 L 0.28762 0.29398 " pathEditMode="relative" ptsTypes="AAAAAAAAAAAAAA">
                                      <p:cBhvr>
                                        <p:cTn id="61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1750"/>
                            </p:stCondLst>
                            <p:childTnLst>
                              <p:par>
                                <p:cTn id="8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0648 L 0.00078 -0.11945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296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375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11400" y="1193800"/>
            <a:ext cx="92672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后续：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en-US" altLang="zh-CN" dirty="0" smtClean="0"/>
              <a:t>4</a:t>
            </a:r>
            <a:r>
              <a:rPr lang="zh-CN" altLang="en-US" dirty="0" smtClean="0"/>
              <a:t>页关羽红温召唤魔法阵（</a:t>
            </a:r>
            <a:r>
              <a:rPr lang="en-US" altLang="zh-CN" dirty="0" err="1" smtClean="0"/>
              <a:t>hel</a:t>
            </a:r>
            <a:r>
              <a:rPr lang="en-US" altLang="zh-CN" dirty="0" smtClean="0"/>
              <a:t> beetle</a:t>
            </a:r>
            <a:r>
              <a:rPr lang="zh-CN" altLang="en-US" dirty="0" smtClean="0"/>
              <a:t>）把六个玉米碎片召唤回来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完后</a:t>
            </a:r>
            <a:r>
              <a:rPr lang="en-US" altLang="zh-CN" dirty="0" smtClean="0"/>
              <a:t>5</a:t>
            </a:r>
            <a:r>
              <a:rPr lang="zh-CN" altLang="en-US" dirty="0" smtClean="0"/>
              <a:t>页</a:t>
            </a:r>
            <a:r>
              <a:rPr lang="en-US" altLang="zh-CN" dirty="0" smtClean="0"/>
              <a:t>1</a:t>
            </a:r>
            <a:r>
              <a:rPr lang="zh-CN" altLang="en-US" dirty="0" smtClean="0"/>
              <a:t>一路火花带闪电（一堆参照物）飞到</a:t>
            </a:r>
            <a:r>
              <a:rPr lang="en-US" altLang="zh-CN" dirty="0" smtClean="0"/>
              <a:t>m2b</a:t>
            </a:r>
            <a:r>
              <a:rPr lang="zh-CN" altLang="en-US" dirty="0" smtClean="0"/>
              <a:t>家（瞎造个场景）拿雷神之锤干爆他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en-US" altLang="zh-CN" dirty="0" smtClean="0"/>
              <a:t>M2b</a:t>
            </a:r>
            <a:r>
              <a:rPr lang="zh-CN" altLang="en-US" dirty="0" smtClean="0"/>
              <a:t>赔偿</a:t>
            </a:r>
            <a:r>
              <a:rPr lang="en-US" altLang="zh-CN" dirty="0" smtClean="0"/>
              <a:t>2.4mstar</a:t>
            </a:r>
            <a:r>
              <a:rPr lang="zh-CN" altLang="en-US" dirty="0" smtClean="0"/>
              <a:t>，并且商店刷新</a:t>
            </a:r>
            <a:r>
              <a:rPr lang="en-US" altLang="zh-CN" dirty="0" smtClean="0"/>
              <a:t>10</a:t>
            </a:r>
            <a:r>
              <a:rPr lang="zh-CN" altLang="en-US" dirty="0" smtClean="0"/>
              <a:t>个</a:t>
            </a:r>
            <a:r>
              <a:rPr lang="en-US" altLang="zh-CN" dirty="0" smtClean="0"/>
              <a:t>s</a:t>
            </a:r>
            <a:r>
              <a:rPr lang="zh-CN" altLang="en-US" dirty="0" smtClean="0"/>
              <a:t>玉米，购买一个成功，欢呼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事后</a:t>
            </a:r>
            <a:r>
              <a:rPr lang="en-US" altLang="zh-CN" dirty="0" smtClean="0"/>
              <a:t>m2b</a:t>
            </a:r>
            <a:r>
              <a:rPr lang="zh-CN" altLang="en-US" dirty="0" smtClean="0"/>
              <a:t>给我</a:t>
            </a:r>
            <a:r>
              <a:rPr lang="en-US" altLang="zh-CN" dirty="0" smtClean="0"/>
              <a:t>ban</a:t>
            </a:r>
            <a:r>
              <a:rPr lang="zh-CN" altLang="en-US" dirty="0" smtClean="0"/>
              <a:t>了（）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/>
              <a:t>结束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17532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2103</TotalTime>
  <Words>97</Words>
  <Application>Microsoft Office PowerPoint</Application>
  <PresentationFormat>宽屏</PresentationFormat>
  <Paragraphs>11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20</cp:revision>
  <dcterms:created xsi:type="dcterms:W3CDTF">2026-05-23T03:47:56Z</dcterms:created>
  <dcterms:modified xsi:type="dcterms:W3CDTF">2026-05-24T14:51:07Z</dcterms:modified>
</cp:coreProperties>
</file>